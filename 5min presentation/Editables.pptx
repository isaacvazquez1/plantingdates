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71" r:id="rId6"/>
    <p:sldId id="274" r:id="rId7"/>
    <p:sldId id="272" r:id="rId8"/>
    <p:sldId id="273" r:id="rId9"/>
    <p:sldId id="258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35999738" cy="35999738"/>
  <p:notesSz cx="6858000" cy="9144000"/>
  <p:defaultTextStyle>
    <a:defPPr>
      <a:defRPr lang="es-MX"/>
    </a:defPPr>
    <a:lvl1pPr marL="0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1pPr>
    <a:lvl2pPr marL="1727987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2pPr>
    <a:lvl3pPr marL="3455975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3pPr>
    <a:lvl4pPr marL="5183962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4pPr>
    <a:lvl5pPr marL="6911950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5pPr>
    <a:lvl6pPr marL="8639937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6pPr>
    <a:lvl7pPr marL="10367924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7pPr>
    <a:lvl8pPr marL="12095912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8pPr>
    <a:lvl9pPr marL="13823899" algn="l" defTabSz="3455975" rtl="0" eaLnBrk="1" latinLnBrk="0" hangingPunct="1">
      <a:defRPr sz="68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25" d="100"/>
          <a:sy n="25" d="100"/>
        </p:scale>
        <p:origin x="221" y="-18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 custT="1"/>
      <dgm:spPr/>
      <dgm:t>
        <a:bodyPr/>
        <a:lstStyle/>
        <a:p>
          <a:r>
            <a:rPr lang="es-MX" sz="8000" dirty="0" smtClean="0"/>
            <a:t>Invierno</a:t>
          </a:r>
          <a:endParaRPr lang="es-MX" sz="8000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 custT="1"/>
      <dgm:spPr/>
      <dgm:t>
        <a:bodyPr/>
        <a:lstStyle/>
        <a:p>
          <a:r>
            <a:rPr lang="es-MX" sz="8000" dirty="0" smtClean="0"/>
            <a:t>Primavera</a:t>
          </a:r>
          <a:endParaRPr lang="es-MX" sz="8000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 custT="1"/>
      <dgm:spPr/>
      <dgm:t>
        <a:bodyPr/>
        <a:lstStyle/>
        <a:p>
          <a:r>
            <a:rPr lang="es-MX" sz="8000" dirty="0" smtClean="0"/>
            <a:t>Verano</a:t>
          </a:r>
          <a:endParaRPr lang="es-MX" sz="8000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 custT="1"/>
      <dgm:spPr/>
      <dgm:t>
        <a:bodyPr/>
        <a:lstStyle/>
        <a:p>
          <a:r>
            <a:rPr lang="es-MX" sz="8000" dirty="0" smtClean="0"/>
            <a:t>Otoño</a:t>
          </a:r>
          <a:endParaRPr lang="es-MX" sz="8000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 custScaleX="122260" custScaleY="122260"/>
      <dgm:spPr>
        <a:solidFill>
          <a:schemeClr val="accent1">
            <a:lumMod val="75000"/>
          </a:schemeClr>
        </a:solidFill>
      </dgm:spPr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 custScaleX="122260" custScaleY="122260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 custScaleX="122260" custScaleY="122260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 custScaleX="122260" custScaleY="122260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2AAEF790-A35A-433B-885B-3E65F1190C60}" type="presOf" srcId="{CC29CDBC-F249-48B0-86FC-C9F7A116A328}" destId="{74D9C024-FC10-4B8F-BA83-348F88D96874}" srcOrd="0" destOrd="0" presId="urn:microsoft.com/office/officeart/2005/8/layout/hProcess11"/>
    <dgm:cxn modelId="{5005C241-93ED-4157-A8A8-13D91DC11D1F}" type="presOf" srcId="{A2741046-C147-445C-836F-601C9A9B5B31}" destId="{E7030B06-E963-4B04-B84D-10295E472AC5}" srcOrd="0" destOrd="0" presId="urn:microsoft.com/office/officeart/2005/8/layout/hProcess11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43127F0A-A482-4DB0-B456-AB236C4A8FD1}" type="presOf" srcId="{2CC2F1EE-3A4D-46E4-A584-78DE00DCC01D}" destId="{05D764B1-F1FB-4728-BEEE-85BEDFF5B954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A69B4A28-96F6-4F8B-A4C8-3953D8D93258}" type="presOf" srcId="{27771DCF-42F3-45F4-9148-25BA2F80EDC7}" destId="{1D686DF3-DB1D-4C15-96BA-1275C940C637}" srcOrd="0" destOrd="0" presId="urn:microsoft.com/office/officeart/2005/8/layout/hProcess11"/>
    <dgm:cxn modelId="{7C54B3BC-939C-4B50-9270-E7BC8E7DECFB}" type="presOf" srcId="{B8D4B590-ADE2-42FE-B028-5BB78899645B}" destId="{4E70EAB7-C318-4C5A-A94C-E30007902EEA}" srcOrd="0" destOrd="0" presId="urn:microsoft.com/office/officeart/2005/8/layout/hProcess11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7CEA458C-71F7-4EE0-86A6-FCCC20075CA5}" type="presParOf" srcId="{05D764B1-F1FB-4728-BEEE-85BEDFF5B954}" destId="{0B47E64B-98AE-49E6-8BCB-F8C9A92A5400}" srcOrd="0" destOrd="0" presId="urn:microsoft.com/office/officeart/2005/8/layout/hProcess11"/>
    <dgm:cxn modelId="{A9A56455-4F1D-4A9F-B33E-2FBEC847FA53}" type="presParOf" srcId="{05D764B1-F1FB-4728-BEEE-85BEDFF5B954}" destId="{C9F090E0-316E-4E3D-9831-E423FE51D731}" srcOrd="1" destOrd="0" presId="urn:microsoft.com/office/officeart/2005/8/layout/hProcess11"/>
    <dgm:cxn modelId="{CB0EF473-F98C-453E-9F52-1CDE093EDC46}" type="presParOf" srcId="{C9F090E0-316E-4E3D-9831-E423FE51D731}" destId="{E705E2A2-9E2D-4052-9249-2800F410DF3B}" srcOrd="0" destOrd="0" presId="urn:microsoft.com/office/officeart/2005/8/layout/hProcess11"/>
    <dgm:cxn modelId="{6CBE4B38-923E-4624-BA78-4F5587FF2316}" type="presParOf" srcId="{E705E2A2-9E2D-4052-9249-2800F410DF3B}" destId="{4E70EAB7-C318-4C5A-A94C-E30007902EEA}" srcOrd="0" destOrd="0" presId="urn:microsoft.com/office/officeart/2005/8/layout/hProcess11"/>
    <dgm:cxn modelId="{2CE9532F-CE29-49D4-9935-5E107D5BFA39}" type="presParOf" srcId="{E705E2A2-9E2D-4052-9249-2800F410DF3B}" destId="{1D2FA5E6-B6C8-4E4F-BDC7-674F5BF168E9}" srcOrd="1" destOrd="0" presId="urn:microsoft.com/office/officeart/2005/8/layout/hProcess11"/>
    <dgm:cxn modelId="{D09C4D1F-19D7-43FC-8C80-C0114645E971}" type="presParOf" srcId="{E705E2A2-9E2D-4052-9249-2800F410DF3B}" destId="{4AD94781-8E5D-40AD-BC55-61297C3E8A69}" srcOrd="2" destOrd="0" presId="urn:microsoft.com/office/officeart/2005/8/layout/hProcess11"/>
    <dgm:cxn modelId="{D7EE4325-0C71-4455-97CA-F70B60D522D7}" type="presParOf" srcId="{C9F090E0-316E-4E3D-9831-E423FE51D731}" destId="{95767F77-5219-4BAE-BEDA-0C38EF268E38}" srcOrd="1" destOrd="0" presId="urn:microsoft.com/office/officeart/2005/8/layout/hProcess11"/>
    <dgm:cxn modelId="{787EB581-2031-45B2-A4E7-837ACA7DA0D2}" type="presParOf" srcId="{C9F090E0-316E-4E3D-9831-E423FE51D731}" destId="{E4E14C4D-31A3-4B60-9508-47DBF432F58A}" srcOrd="2" destOrd="0" presId="urn:microsoft.com/office/officeart/2005/8/layout/hProcess11"/>
    <dgm:cxn modelId="{C95D2DF1-93EA-4CF3-A471-CFB90047A473}" type="presParOf" srcId="{E4E14C4D-31A3-4B60-9508-47DBF432F58A}" destId="{1D686DF3-DB1D-4C15-96BA-1275C940C637}" srcOrd="0" destOrd="0" presId="urn:microsoft.com/office/officeart/2005/8/layout/hProcess11"/>
    <dgm:cxn modelId="{B3D68B72-B94D-4A61-841F-F43DD424F89D}" type="presParOf" srcId="{E4E14C4D-31A3-4B60-9508-47DBF432F58A}" destId="{2EE949D4-06BC-47E9-89E3-21A85CDF225B}" srcOrd="1" destOrd="0" presId="urn:microsoft.com/office/officeart/2005/8/layout/hProcess11"/>
    <dgm:cxn modelId="{F7511844-D945-47C0-A696-FDA46451A9B7}" type="presParOf" srcId="{E4E14C4D-31A3-4B60-9508-47DBF432F58A}" destId="{BCBFAD8E-90C2-484A-94D0-9DEFE88FF3A3}" srcOrd="2" destOrd="0" presId="urn:microsoft.com/office/officeart/2005/8/layout/hProcess11"/>
    <dgm:cxn modelId="{1B7A658A-97BE-42B7-A9EA-5BCF9B08B752}" type="presParOf" srcId="{C9F090E0-316E-4E3D-9831-E423FE51D731}" destId="{42320957-7AE2-426B-A8C7-9DDBF0A6D38F}" srcOrd="3" destOrd="0" presId="urn:microsoft.com/office/officeart/2005/8/layout/hProcess11"/>
    <dgm:cxn modelId="{A9927C9A-0AA5-4352-8A3E-71072FDCB7ED}" type="presParOf" srcId="{C9F090E0-316E-4E3D-9831-E423FE51D731}" destId="{43792078-F06F-443A-8E26-5D0F80776BAE}" srcOrd="4" destOrd="0" presId="urn:microsoft.com/office/officeart/2005/8/layout/hProcess11"/>
    <dgm:cxn modelId="{C8336846-7B13-44BA-8DE1-114020BE015B}" type="presParOf" srcId="{43792078-F06F-443A-8E26-5D0F80776BAE}" destId="{E7030B06-E963-4B04-B84D-10295E472AC5}" srcOrd="0" destOrd="0" presId="urn:microsoft.com/office/officeart/2005/8/layout/hProcess11"/>
    <dgm:cxn modelId="{622FAB0B-7DAC-4503-8EF1-E336129924DF}" type="presParOf" srcId="{43792078-F06F-443A-8E26-5D0F80776BAE}" destId="{D5794BDF-0354-4D85-87D9-AB090C948BEB}" srcOrd="1" destOrd="0" presId="urn:microsoft.com/office/officeart/2005/8/layout/hProcess11"/>
    <dgm:cxn modelId="{38940C1D-D040-43BC-A29E-D196D13D8D30}" type="presParOf" srcId="{43792078-F06F-443A-8E26-5D0F80776BAE}" destId="{B0426DA3-D694-4882-AB1B-3FF64A95B355}" srcOrd="2" destOrd="0" presId="urn:microsoft.com/office/officeart/2005/8/layout/hProcess11"/>
    <dgm:cxn modelId="{947D4416-8449-4A2D-BBE1-7D38B78CCC16}" type="presParOf" srcId="{C9F090E0-316E-4E3D-9831-E423FE51D731}" destId="{8461D2A8-D8A9-47E8-B055-5CCA038DC60D}" srcOrd="5" destOrd="0" presId="urn:microsoft.com/office/officeart/2005/8/layout/hProcess11"/>
    <dgm:cxn modelId="{3B952DA5-1C73-43FD-B619-18BA86AB8163}" type="presParOf" srcId="{C9F090E0-316E-4E3D-9831-E423FE51D731}" destId="{DAB62A3B-859C-4920-95E4-EC481BA761D3}" srcOrd="6" destOrd="0" presId="urn:microsoft.com/office/officeart/2005/8/layout/hProcess11"/>
    <dgm:cxn modelId="{7D40B0F6-D712-4BF2-A320-711A30E1CD69}" type="presParOf" srcId="{DAB62A3B-859C-4920-95E4-EC481BA761D3}" destId="{74D9C024-FC10-4B8F-BA83-348F88D96874}" srcOrd="0" destOrd="0" presId="urn:microsoft.com/office/officeart/2005/8/layout/hProcess11"/>
    <dgm:cxn modelId="{612E358B-28FA-4209-8DD3-CEDDE41B1C7D}" type="presParOf" srcId="{DAB62A3B-859C-4920-95E4-EC481BA761D3}" destId="{E9DF1AEF-D1D9-463B-8116-3F1D981FFD96}" srcOrd="1" destOrd="0" presId="urn:microsoft.com/office/officeart/2005/8/layout/hProcess11"/>
    <dgm:cxn modelId="{A0E04CB1-AA69-42C2-AD99-E3EC682690E7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 custT="1"/>
      <dgm:spPr/>
      <dgm:t>
        <a:bodyPr/>
        <a:lstStyle/>
        <a:p>
          <a:r>
            <a:rPr lang="es-MX" sz="8000" dirty="0" smtClean="0"/>
            <a:t>Invierno</a:t>
          </a:r>
          <a:endParaRPr lang="es-MX" sz="8000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 custT="1"/>
      <dgm:spPr/>
      <dgm:t>
        <a:bodyPr/>
        <a:lstStyle/>
        <a:p>
          <a:r>
            <a:rPr lang="es-MX" sz="8000" dirty="0" smtClean="0"/>
            <a:t>Primavera</a:t>
          </a:r>
          <a:endParaRPr lang="es-MX" sz="8000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 custT="1"/>
      <dgm:spPr/>
      <dgm:t>
        <a:bodyPr/>
        <a:lstStyle/>
        <a:p>
          <a:r>
            <a:rPr lang="es-MX" sz="8000" dirty="0" smtClean="0"/>
            <a:t>Verano</a:t>
          </a:r>
          <a:endParaRPr lang="es-MX" sz="8000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 custT="1"/>
      <dgm:spPr/>
      <dgm:t>
        <a:bodyPr/>
        <a:lstStyle/>
        <a:p>
          <a:r>
            <a:rPr lang="es-MX" sz="8000" dirty="0" smtClean="0"/>
            <a:t>Otoño</a:t>
          </a:r>
          <a:endParaRPr lang="es-MX" sz="8000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 custScaleX="122260" custScaleY="122260"/>
      <dgm:spPr>
        <a:solidFill>
          <a:schemeClr val="accent1">
            <a:lumMod val="75000"/>
          </a:schemeClr>
        </a:solidFill>
      </dgm:spPr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 custScaleX="122260" custScaleY="122260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 custScaleX="122260" custScaleY="122260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 custScaleX="122260" custScaleY="122260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ADC677C3-8AE7-42CF-8662-DBC58A7B98EE}" type="presOf" srcId="{B8D4B590-ADE2-42FE-B028-5BB78899645B}" destId="{4E70EAB7-C318-4C5A-A94C-E30007902EEA}" srcOrd="0" destOrd="0" presId="urn:microsoft.com/office/officeart/2005/8/layout/hProcess11"/>
    <dgm:cxn modelId="{1D44685F-AA3A-4EE4-8E06-DB3731F33580}" type="presOf" srcId="{CC29CDBC-F249-48B0-86FC-C9F7A116A328}" destId="{74D9C024-FC10-4B8F-BA83-348F88D96874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6FAE763D-453D-44FD-9898-91F0E30D88FF}" type="presOf" srcId="{27771DCF-42F3-45F4-9148-25BA2F80EDC7}" destId="{1D686DF3-DB1D-4C15-96BA-1275C940C637}" srcOrd="0" destOrd="0" presId="urn:microsoft.com/office/officeart/2005/8/layout/hProcess11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BB9193F5-5895-4903-8CBE-CC57B318854E}" type="presOf" srcId="{A2741046-C147-445C-836F-601C9A9B5B31}" destId="{E7030B06-E963-4B04-B84D-10295E472AC5}" srcOrd="0" destOrd="0" presId="urn:microsoft.com/office/officeart/2005/8/layout/hProcess11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41535DED-4FC1-4349-8248-D5AA0408BB46}" type="presOf" srcId="{2CC2F1EE-3A4D-46E4-A584-78DE00DCC01D}" destId="{05D764B1-F1FB-4728-BEEE-85BEDFF5B954}" srcOrd="0" destOrd="0" presId="urn:microsoft.com/office/officeart/2005/8/layout/hProcess11"/>
    <dgm:cxn modelId="{9316D5D5-D780-4FAC-85A7-80A034A066EC}" type="presParOf" srcId="{05D764B1-F1FB-4728-BEEE-85BEDFF5B954}" destId="{0B47E64B-98AE-49E6-8BCB-F8C9A92A5400}" srcOrd="0" destOrd="0" presId="urn:microsoft.com/office/officeart/2005/8/layout/hProcess11"/>
    <dgm:cxn modelId="{9A9D72C4-836E-447F-AAD7-C8887443CF9C}" type="presParOf" srcId="{05D764B1-F1FB-4728-BEEE-85BEDFF5B954}" destId="{C9F090E0-316E-4E3D-9831-E423FE51D731}" srcOrd="1" destOrd="0" presId="urn:microsoft.com/office/officeart/2005/8/layout/hProcess11"/>
    <dgm:cxn modelId="{04AB8519-8A69-49C9-BA9E-855C26EDB34C}" type="presParOf" srcId="{C9F090E0-316E-4E3D-9831-E423FE51D731}" destId="{E705E2A2-9E2D-4052-9249-2800F410DF3B}" srcOrd="0" destOrd="0" presId="urn:microsoft.com/office/officeart/2005/8/layout/hProcess11"/>
    <dgm:cxn modelId="{D569587E-6807-4F6F-BF2B-0EB1EB9192AD}" type="presParOf" srcId="{E705E2A2-9E2D-4052-9249-2800F410DF3B}" destId="{4E70EAB7-C318-4C5A-A94C-E30007902EEA}" srcOrd="0" destOrd="0" presId="urn:microsoft.com/office/officeart/2005/8/layout/hProcess11"/>
    <dgm:cxn modelId="{0DCAFFA6-D25E-4817-8B34-4EE66195D906}" type="presParOf" srcId="{E705E2A2-9E2D-4052-9249-2800F410DF3B}" destId="{1D2FA5E6-B6C8-4E4F-BDC7-674F5BF168E9}" srcOrd="1" destOrd="0" presId="urn:microsoft.com/office/officeart/2005/8/layout/hProcess11"/>
    <dgm:cxn modelId="{DB02FC1E-BF89-4B4A-9530-535182C3DAAE}" type="presParOf" srcId="{E705E2A2-9E2D-4052-9249-2800F410DF3B}" destId="{4AD94781-8E5D-40AD-BC55-61297C3E8A69}" srcOrd="2" destOrd="0" presId="urn:microsoft.com/office/officeart/2005/8/layout/hProcess11"/>
    <dgm:cxn modelId="{D41808E7-0600-4C2A-BF90-88D631CD2C5A}" type="presParOf" srcId="{C9F090E0-316E-4E3D-9831-E423FE51D731}" destId="{95767F77-5219-4BAE-BEDA-0C38EF268E38}" srcOrd="1" destOrd="0" presId="urn:microsoft.com/office/officeart/2005/8/layout/hProcess11"/>
    <dgm:cxn modelId="{E727AA99-E328-41B6-A7FB-CCF3B6C694E6}" type="presParOf" srcId="{C9F090E0-316E-4E3D-9831-E423FE51D731}" destId="{E4E14C4D-31A3-4B60-9508-47DBF432F58A}" srcOrd="2" destOrd="0" presId="urn:microsoft.com/office/officeart/2005/8/layout/hProcess11"/>
    <dgm:cxn modelId="{4CB98B9E-3018-4DB8-80D8-C811172747BF}" type="presParOf" srcId="{E4E14C4D-31A3-4B60-9508-47DBF432F58A}" destId="{1D686DF3-DB1D-4C15-96BA-1275C940C637}" srcOrd="0" destOrd="0" presId="urn:microsoft.com/office/officeart/2005/8/layout/hProcess11"/>
    <dgm:cxn modelId="{F6251E19-FDFD-41F1-98A7-901F65A53B0A}" type="presParOf" srcId="{E4E14C4D-31A3-4B60-9508-47DBF432F58A}" destId="{2EE949D4-06BC-47E9-89E3-21A85CDF225B}" srcOrd="1" destOrd="0" presId="urn:microsoft.com/office/officeart/2005/8/layout/hProcess11"/>
    <dgm:cxn modelId="{7255B117-8CA8-47C4-8099-5943DBAF225F}" type="presParOf" srcId="{E4E14C4D-31A3-4B60-9508-47DBF432F58A}" destId="{BCBFAD8E-90C2-484A-94D0-9DEFE88FF3A3}" srcOrd="2" destOrd="0" presId="urn:microsoft.com/office/officeart/2005/8/layout/hProcess11"/>
    <dgm:cxn modelId="{3541E151-B19E-4309-81DD-87D380C7CEA0}" type="presParOf" srcId="{C9F090E0-316E-4E3D-9831-E423FE51D731}" destId="{42320957-7AE2-426B-A8C7-9DDBF0A6D38F}" srcOrd="3" destOrd="0" presId="urn:microsoft.com/office/officeart/2005/8/layout/hProcess11"/>
    <dgm:cxn modelId="{CBAB6297-8C30-4BCE-B28F-93FDFF13E8DF}" type="presParOf" srcId="{C9F090E0-316E-4E3D-9831-E423FE51D731}" destId="{43792078-F06F-443A-8E26-5D0F80776BAE}" srcOrd="4" destOrd="0" presId="urn:microsoft.com/office/officeart/2005/8/layout/hProcess11"/>
    <dgm:cxn modelId="{A971627E-4C10-4604-9A61-09220C05E61C}" type="presParOf" srcId="{43792078-F06F-443A-8E26-5D0F80776BAE}" destId="{E7030B06-E963-4B04-B84D-10295E472AC5}" srcOrd="0" destOrd="0" presId="urn:microsoft.com/office/officeart/2005/8/layout/hProcess11"/>
    <dgm:cxn modelId="{E600E0B2-1F85-4D60-8986-C46572306EF2}" type="presParOf" srcId="{43792078-F06F-443A-8E26-5D0F80776BAE}" destId="{D5794BDF-0354-4D85-87D9-AB090C948BEB}" srcOrd="1" destOrd="0" presId="urn:microsoft.com/office/officeart/2005/8/layout/hProcess11"/>
    <dgm:cxn modelId="{8C68ECF1-0055-41FD-B367-4F4FB2459812}" type="presParOf" srcId="{43792078-F06F-443A-8E26-5D0F80776BAE}" destId="{B0426DA3-D694-4882-AB1B-3FF64A95B355}" srcOrd="2" destOrd="0" presId="urn:microsoft.com/office/officeart/2005/8/layout/hProcess11"/>
    <dgm:cxn modelId="{311D4138-E1A4-4F67-B1C2-C4FFC777665A}" type="presParOf" srcId="{C9F090E0-316E-4E3D-9831-E423FE51D731}" destId="{8461D2A8-D8A9-47E8-B055-5CCA038DC60D}" srcOrd="5" destOrd="0" presId="urn:microsoft.com/office/officeart/2005/8/layout/hProcess11"/>
    <dgm:cxn modelId="{879D2DD7-6E40-4124-8DD2-90D6262EECDA}" type="presParOf" srcId="{C9F090E0-316E-4E3D-9831-E423FE51D731}" destId="{DAB62A3B-859C-4920-95E4-EC481BA761D3}" srcOrd="6" destOrd="0" presId="urn:microsoft.com/office/officeart/2005/8/layout/hProcess11"/>
    <dgm:cxn modelId="{88B66F5A-4C7F-4345-A0FE-6E9A4F0650B6}" type="presParOf" srcId="{DAB62A3B-859C-4920-95E4-EC481BA761D3}" destId="{74D9C024-FC10-4B8F-BA83-348F88D96874}" srcOrd="0" destOrd="0" presId="urn:microsoft.com/office/officeart/2005/8/layout/hProcess11"/>
    <dgm:cxn modelId="{00D46776-B818-49B4-9C64-9D9A3FB70527}" type="presParOf" srcId="{DAB62A3B-859C-4920-95E4-EC481BA761D3}" destId="{E9DF1AEF-D1D9-463B-8116-3F1D981FFD96}" srcOrd="1" destOrd="0" presId="urn:microsoft.com/office/officeart/2005/8/layout/hProcess11"/>
    <dgm:cxn modelId="{3CB1F2BC-D47F-4AC2-99A3-92CD3929C4DA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 custT="1"/>
      <dgm:spPr/>
      <dgm:t>
        <a:bodyPr/>
        <a:lstStyle/>
        <a:p>
          <a:r>
            <a:rPr lang="es-MX" sz="8000" dirty="0" smtClean="0"/>
            <a:t>Invierno</a:t>
          </a:r>
          <a:endParaRPr lang="es-MX" sz="8000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 custT="1"/>
      <dgm:spPr/>
      <dgm:t>
        <a:bodyPr/>
        <a:lstStyle/>
        <a:p>
          <a:r>
            <a:rPr lang="es-MX" sz="8000" dirty="0" smtClean="0"/>
            <a:t>Primavera</a:t>
          </a:r>
          <a:endParaRPr lang="es-MX" sz="8000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 custT="1"/>
      <dgm:spPr/>
      <dgm:t>
        <a:bodyPr/>
        <a:lstStyle/>
        <a:p>
          <a:r>
            <a:rPr lang="es-MX" sz="8000" dirty="0" smtClean="0"/>
            <a:t>Verano</a:t>
          </a:r>
          <a:endParaRPr lang="es-MX" sz="8000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 custT="1"/>
      <dgm:spPr/>
      <dgm:t>
        <a:bodyPr/>
        <a:lstStyle/>
        <a:p>
          <a:r>
            <a:rPr lang="es-MX" sz="8000" dirty="0" smtClean="0"/>
            <a:t>Otoño</a:t>
          </a:r>
          <a:endParaRPr lang="es-MX" sz="8000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 custScaleX="122260" custScaleY="122260"/>
      <dgm:spPr>
        <a:solidFill>
          <a:schemeClr val="accent1">
            <a:lumMod val="75000"/>
          </a:schemeClr>
        </a:solidFill>
      </dgm:spPr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 custScaleX="122260" custScaleY="122260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 custScaleX="122260" custScaleY="122260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 custScaleX="122260" custScaleY="122260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6FF5D476-6F53-43AD-A86E-F6725FE820E6}" type="presOf" srcId="{B8D4B590-ADE2-42FE-B028-5BB78899645B}" destId="{4E70EAB7-C318-4C5A-A94C-E30007902EEA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FF1F5657-BB73-4F01-9FAC-094494E7D906}" type="presOf" srcId="{CC29CDBC-F249-48B0-86FC-C9F7A116A328}" destId="{74D9C024-FC10-4B8F-BA83-348F88D96874}" srcOrd="0" destOrd="0" presId="urn:microsoft.com/office/officeart/2005/8/layout/hProcess11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31EDB2AD-F994-40D1-B309-C466B975DBFF}" type="presOf" srcId="{2CC2F1EE-3A4D-46E4-A584-78DE00DCC01D}" destId="{05D764B1-F1FB-4728-BEEE-85BEDFF5B954}" srcOrd="0" destOrd="0" presId="urn:microsoft.com/office/officeart/2005/8/layout/hProcess11"/>
    <dgm:cxn modelId="{21DF132C-76A8-4C86-ABFC-754E2826CF36}" type="presOf" srcId="{A2741046-C147-445C-836F-601C9A9B5B31}" destId="{E7030B06-E963-4B04-B84D-10295E472AC5}" srcOrd="0" destOrd="0" presId="urn:microsoft.com/office/officeart/2005/8/layout/hProcess11"/>
    <dgm:cxn modelId="{5591A902-7A7C-48C0-B93E-6BB4DA0AC712}" type="presOf" srcId="{27771DCF-42F3-45F4-9148-25BA2F80EDC7}" destId="{1D686DF3-DB1D-4C15-96BA-1275C940C637}" srcOrd="0" destOrd="0" presId="urn:microsoft.com/office/officeart/2005/8/layout/hProcess11"/>
    <dgm:cxn modelId="{BEC87858-3CF8-4B8B-A7A2-8E7A213E1ABB}" type="presParOf" srcId="{05D764B1-F1FB-4728-BEEE-85BEDFF5B954}" destId="{0B47E64B-98AE-49E6-8BCB-F8C9A92A5400}" srcOrd="0" destOrd="0" presId="urn:microsoft.com/office/officeart/2005/8/layout/hProcess11"/>
    <dgm:cxn modelId="{65A8B330-CE85-4E13-AC83-09C7D62A53B5}" type="presParOf" srcId="{05D764B1-F1FB-4728-BEEE-85BEDFF5B954}" destId="{C9F090E0-316E-4E3D-9831-E423FE51D731}" srcOrd="1" destOrd="0" presId="urn:microsoft.com/office/officeart/2005/8/layout/hProcess11"/>
    <dgm:cxn modelId="{E23BA1FE-E6C1-4878-AE2B-E00AF5B3FB7E}" type="presParOf" srcId="{C9F090E0-316E-4E3D-9831-E423FE51D731}" destId="{E705E2A2-9E2D-4052-9249-2800F410DF3B}" srcOrd="0" destOrd="0" presId="urn:microsoft.com/office/officeart/2005/8/layout/hProcess11"/>
    <dgm:cxn modelId="{06B0C34C-C3BE-414C-8063-9C784E223EC4}" type="presParOf" srcId="{E705E2A2-9E2D-4052-9249-2800F410DF3B}" destId="{4E70EAB7-C318-4C5A-A94C-E30007902EEA}" srcOrd="0" destOrd="0" presId="urn:microsoft.com/office/officeart/2005/8/layout/hProcess11"/>
    <dgm:cxn modelId="{0C2B3065-405B-447B-AAA9-606742538E61}" type="presParOf" srcId="{E705E2A2-9E2D-4052-9249-2800F410DF3B}" destId="{1D2FA5E6-B6C8-4E4F-BDC7-674F5BF168E9}" srcOrd="1" destOrd="0" presId="urn:microsoft.com/office/officeart/2005/8/layout/hProcess11"/>
    <dgm:cxn modelId="{D83110CE-6201-4CC7-9A85-BFC57CB39738}" type="presParOf" srcId="{E705E2A2-9E2D-4052-9249-2800F410DF3B}" destId="{4AD94781-8E5D-40AD-BC55-61297C3E8A69}" srcOrd="2" destOrd="0" presId="urn:microsoft.com/office/officeart/2005/8/layout/hProcess11"/>
    <dgm:cxn modelId="{19FF6E7B-041D-42C5-9FA0-43044107301F}" type="presParOf" srcId="{C9F090E0-316E-4E3D-9831-E423FE51D731}" destId="{95767F77-5219-4BAE-BEDA-0C38EF268E38}" srcOrd="1" destOrd="0" presId="urn:microsoft.com/office/officeart/2005/8/layout/hProcess11"/>
    <dgm:cxn modelId="{24E7EEF7-5A7D-45B1-A2D9-FCC9D9BF59E7}" type="presParOf" srcId="{C9F090E0-316E-4E3D-9831-E423FE51D731}" destId="{E4E14C4D-31A3-4B60-9508-47DBF432F58A}" srcOrd="2" destOrd="0" presId="urn:microsoft.com/office/officeart/2005/8/layout/hProcess11"/>
    <dgm:cxn modelId="{DB3FCF2C-85F1-4332-A38F-40193353B1FF}" type="presParOf" srcId="{E4E14C4D-31A3-4B60-9508-47DBF432F58A}" destId="{1D686DF3-DB1D-4C15-96BA-1275C940C637}" srcOrd="0" destOrd="0" presId="urn:microsoft.com/office/officeart/2005/8/layout/hProcess11"/>
    <dgm:cxn modelId="{B6778FF0-03DC-4101-901C-B41D01EF145D}" type="presParOf" srcId="{E4E14C4D-31A3-4B60-9508-47DBF432F58A}" destId="{2EE949D4-06BC-47E9-89E3-21A85CDF225B}" srcOrd="1" destOrd="0" presId="urn:microsoft.com/office/officeart/2005/8/layout/hProcess11"/>
    <dgm:cxn modelId="{625DA593-5615-4344-9E65-DA396BE26760}" type="presParOf" srcId="{E4E14C4D-31A3-4B60-9508-47DBF432F58A}" destId="{BCBFAD8E-90C2-484A-94D0-9DEFE88FF3A3}" srcOrd="2" destOrd="0" presId="urn:microsoft.com/office/officeart/2005/8/layout/hProcess11"/>
    <dgm:cxn modelId="{750CBB65-CD6F-4327-B16F-9EFB5329A416}" type="presParOf" srcId="{C9F090E0-316E-4E3D-9831-E423FE51D731}" destId="{42320957-7AE2-426B-A8C7-9DDBF0A6D38F}" srcOrd="3" destOrd="0" presId="urn:microsoft.com/office/officeart/2005/8/layout/hProcess11"/>
    <dgm:cxn modelId="{40EE3CE8-AF13-422C-9B0F-261AB9D48620}" type="presParOf" srcId="{C9F090E0-316E-4E3D-9831-E423FE51D731}" destId="{43792078-F06F-443A-8E26-5D0F80776BAE}" srcOrd="4" destOrd="0" presId="urn:microsoft.com/office/officeart/2005/8/layout/hProcess11"/>
    <dgm:cxn modelId="{6312431F-E26F-4F63-B686-FB473DDF09A1}" type="presParOf" srcId="{43792078-F06F-443A-8E26-5D0F80776BAE}" destId="{E7030B06-E963-4B04-B84D-10295E472AC5}" srcOrd="0" destOrd="0" presId="urn:microsoft.com/office/officeart/2005/8/layout/hProcess11"/>
    <dgm:cxn modelId="{D0BE5C86-71FD-4C53-A2B2-1943CD274452}" type="presParOf" srcId="{43792078-F06F-443A-8E26-5D0F80776BAE}" destId="{D5794BDF-0354-4D85-87D9-AB090C948BEB}" srcOrd="1" destOrd="0" presId="urn:microsoft.com/office/officeart/2005/8/layout/hProcess11"/>
    <dgm:cxn modelId="{71DBAEFF-A77D-4576-8276-7066A4D9995F}" type="presParOf" srcId="{43792078-F06F-443A-8E26-5D0F80776BAE}" destId="{B0426DA3-D694-4882-AB1B-3FF64A95B355}" srcOrd="2" destOrd="0" presId="urn:microsoft.com/office/officeart/2005/8/layout/hProcess11"/>
    <dgm:cxn modelId="{A8289646-8A65-425F-999B-58DF84CE1901}" type="presParOf" srcId="{C9F090E0-316E-4E3D-9831-E423FE51D731}" destId="{8461D2A8-D8A9-47E8-B055-5CCA038DC60D}" srcOrd="5" destOrd="0" presId="urn:microsoft.com/office/officeart/2005/8/layout/hProcess11"/>
    <dgm:cxn modelId="{C5A14EBE-C2D0-4479-8143-4CA22EB63DBA}" type="presParOf" srcId="{C9F090E0-316E-4E3D-9831-E423FE51D731}" destId="{DAB62A3B-859C-4920-95E4-EC481BA761D3}" srcOrd="6" destOrd="0" presId="urn:microsoft.com/office/officeart/2005/8/layout/hProcess11"/>
    <dgm:cxn modelId="{4CB2B7E6-73AE-4AA0-9885-F815274A3049}" type="presParOf" srcId="{DAB62A3B-859C-4920-95E4-EC481BA761D3}" destId="{74D9C024-FC10-4B8F-BA83-348F88D96874}" srcOrd="0" destOrd="0" presId="urn:microsoft.com/office/officeart/2005/8/layout/hProcess11"/>
    <dgm:cxn modelId="{7F72FC51-FBC5-453F-958B-FC5498D9DBF4}" type="presParOf" srcId="{DAB62A3B-859C-4920-95E4-EC481BA761D3}" destId="{E9DF1AEF-D1D9-463B-8116-3F1D981FFD96}" srcOrd="1" destOrd="0" presId="urn:microsoft.com/office/officeart/2005/8/layout/hProcess11"/>
    <dgm:cxn modelId="{2F9C2694-27D1-4489-BCC2-DF8E876C12C8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C2F1EE-3A4D-46E4-A584-78DE00DCC01D}" type="doc">
      <dgm:prSet loTypeId="urn:microsoft.com/office/officeart/2005/8/layout/hProcess11" loCatId="process" qsTypeId="urn:microsoft.com/office/officeart/2005/8/quickstyle/simple1" qsCatId="simple" csTypeId="urn:microsoft.com/office/officeart/2005/8/colors/accent0_3" csCatId="mainScheme" phldr="1"/>
      <dgm:spPr/>
    </dgm:pt>
    <dgm:pt modelId="{B8D4B590-ADE2-42FE-B028-5BB78899645B}">
      <dgm:prSet phldrT="[Texto]"/>
      <dgm:spPr/>
      <dgm:t>
        <a:bodyPr/>
        <a:lstStyle/>
        <a:p>
          <a:r>
            <a:rPr lang="es-MX" dirty="0" smtClean="0"/>
            <a:t>Invierno</a:t>
          </a:r>
          <a:endParaRPr lang="es-MX" dirty="0"/>
        </a:p>
      </dgm:t>
    </dgm:pt>
    <dgm:pt modelId="{6EDBB913-F4F9-4B17-8139-E95B9B6133D1}" type="parTrans" cxnId="{440EDAD0-407D-497F-8581-3A9FF77FA388}">
      <dgm:prSet/>
      <dgm:spPr/>
      <dgm:t>
        <a:bodyPr/>
        <a:lstStyle/>
        <a:p>
          <a:endParaRPr lang="es-MX"/>
        </a:p>
      </dgm:t>
    </dgm:pt>
    <dgm:pt modelId="{B71FC84E-02FE-4AA4-B9E7-2AE66CC28F13}" type="sibTrans" cxnId="{440EDAD0-407D-497F-8581-3A9FF77FA388}">
      <dgm:prSet/>
      <dgm:spPr/>
      <dgm:t>
        <a:bodyPr/>
        <a:lstStyle/>
        <a:p>
          <a:endParaRPr lang="es-MX"/>
        </a:p>
      </dgm:t>
    </dgm:pt>
    <dgm:pt modelId="{27771DCF-42F3-45F4-9148-25BA2F80EDC7}">
      <dgm:prSet phldrT="[Texto]"/>
      <dgm:spPr/>
      <dgm:t>
        <a:bodyPr/>
        <a:lstStyle/>
        <a:p>
          <a:r>
            <a:rPr lang="es-MX" dirty="0" smtClean="0"/>
            <a:t>Primavera</a:t>
          </a:r>
          <a:endParaRPr lang="es-MX" dirty="0"/>
        </a:p>
      </dgm:t>
    </dgm:pt>
    <dgm:pt modelId="{DDA616D7-FFF0-424D-9D7E-DBB79BBE6213}" type="parTrans" cxnId="{CC183219-E559-47FA-BA48-D0F01F29102C}">
      <dgm:prSet/>
      <dgm:spPr/>
      <dgm:t>
        <a:bodyPr/>
        <a:lstStyle/>
        <a:p>
          <a:endParaRPr lang="es-MX"/>
        </a:p>
      </dgm:t>
    </dgm:pt>
    <dgm:pt modelId="{00EA57D5-169C-43E2-9653-E691B47272F8}" type="sibTrans" cxnId="{CC183219-E559-47FA-BA48-D0F01F29102C}">
      <dgm:prSet/>
      <dgm:spPr/>
      <dgm:t>
        <a:bodyPr/>
        <a:lstStyle/>
        <a:p>
          <a:endParaRPr lang="es-MX"/>
        </a:p>
      </dgm:t>
    </dgm:pt>
    <dgm:pt modelId="{A2741046-C147-445C-836F-601C9A9B5B31}">
      <dgm:prSet phldrT="[Texto]"/>
      <dgm:spPr/>
      <dgm:t>
        <a:bodyPr/>
        <a:lstStyle/>
        <a:p>
          <a:r>
            <a:rPr lang="es-MX" dirty="0" smtClean="0"/>
            <a:t>Verano</a:t>
          </a:r>
          <a:endParaRPr lang="es-MX" dirty="0"/>
        </a:p>
      </dgm:t>
    </dgm:pt>
    <dgm:pt modelId="{B2D33A24-237F-49FB-91B4-E3F40BA05B20}" type="parTrans" cxnId="{CDC52835-09BC-4578-B919-6F56CF5B5A2C}">
      <dgm:prSet/>
      <dgm:spPr/>
      <dgm:t>
        <a:bodyPr/>
        <a:lstStyle/>
        <a:p>
          <a:endParaRPr lang="es-MX"/>
        </a:p>
      </dgm:t>
    </dgm:pt>
    <dgm:pt modelId="{696D0447-A099-47EE-BEC7-B0A7A66FB2D6}" type="sibTrans" cxnId="{CDC52835-09BC-4578-B919-6F56CF5B5A2C}">
      <dgm:prSet/>
      <dgm:spPr/>
      <dgm:t>
        <a:bodyPr/>
        <a:lstStyle/>
        <a:p>
          <a:endParaRPr lang="es-MX"/>
        </a:p>
      </dgm:t>
    </dgm:pt>
    <dgm:pt modelId="{CC29CDBC-F249-48B0-86FC-C9F7A116A328}">
      <dgm:prSet phldrT="[Texto]"/>
      <dgm:spPr/>
      <dgm:t>
        <a:bodyPr/>
        <a:lstStyle/>
        <a:p>
          <a:r>
            <a:rPr lang="es-MX" dirty="0" smtClean="0"/>
            <a:t>Otoño</a:t>
          </a:r>
          <a:endParaRPr lang="es-MX" dirty="0"/>
        </a:p>
      </dgm:t>
    </dgm:pt>
    <dgm:pt modelId="{30E24248-8871-4B96-B1DF-B4A9B9047E23}" type="parTrans" cxnId="{434D7D94-498D-4D16-B58F-D146A85038D7}">
      <dgm:prSet/>
      <dgm:spPr/>
      <dgm:t>
        <a:bodyPr/>
        <a:lstStyle/>
        <a:p>
          <a:endParaRPr lang="es-MX"/>
        </a:p>
      </dgm:t>
    </dgm:pt>
    <dgm:pt modelId="{77CC31AB-BB36-41CE-BA60-D52B0334F891}" type="sibTrans" cxnId="{434D7D94-498D-4D16-B58F-D146A85038D7}">
      <dgm:prSet/>
      <dgm:spPr/>
      <dgm:t>
        <a:bodyPr/>
        <a:lstStyle/>
        <a:p>
          <a:endParaRPr lang="es-MX"/>
        </a:p>
      </dgm:t>
    </dgm:pt>
    <dgm:pt modelId="{05D764B1-F1FB-4728-BEEE-85BEDFF5B954}" type="pres">
      <dgm:prSet presAssocID="{2CC2F1EE-3A4D-46E4-A584-78DE00DCC01D}" presName="Name0" presStyleCnt="0">
        <dgm:presLayoutVars>
          <dgm:dir/>
          <dgm:resizeHandles val="exact"/>
        </dgm:presLayoutVars>
      </dgm:prSet>
      <dgm:spPr/>
    </dgm:pt>
    <dgm:pt modelId="{0B47E64B-98AE-49E6-8BCB-F8C9A92A5400}" type="pres">
      <dgm:prSet presAssocID="{2CC2F1EE-3A4D-46E4-A584-78DE00DCC01D}" presName="arrow" presStyleLbl="bgShp" presStyleIdx="0" presStyleCnt="1"/>
      <dgm:spPr/>
    </dgm:pt>
    <dgm:pt modelId="{C9F090E0-316E-4E3D-9831-E423FE51D731}" type="pres">
      <dgm:prSet presAssocID="{2CC2F1EE-3A4D-46E4-A584-78DE00DCC01D}" presName="points" presStyleCnt="0"/>
      <dgm:spPr/>
    </dgm:pt>
    <dgm:pt modelId="{E705E2A2-9E2D-4052-9249-2800F410DF3B}" type="pres">
      <dgm:prSet presAssocID="{B8D4B590-ADE2-42FE-B028-5BB78899645B}" presName="compositeA" presStyleCnt="0"/>
      <dgm:spPr/>
    </dgm:pt>
    <dgm:pt modelId="{4E70EAB7-C318-4C5A-A94C-E30007902EEA}" type="pres">
      <dgm:prSet presAssocID="{B8D4B590-ADE2-42FE-B028-5BB78899645B}" presName="text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1D2FA5E6-B6C8-4E4F-BDC7-674F5BF168E9}" type="pres">
      <dgm:prSet presAssocID="{B8D4B590-ADE2-42FE-B028-5BB78899645B}" presName="circleA" presStyleLbl="node1" presStyleIdx="0" presStyleCnt="4"/>
      <dgm:spPr/>
    </dgm:pt>
    <dgm:pt modelId="{4AD94781-8E5D-40AD-BC55-61297C3E8A69}" type="pres">
      <dgm:prSet presAssocID="{B8D4B590-ADE2-42FE-B028-5BB78899645B}" presName="spaceA" presStyleCnt="0"/>
      <dgm:spPr/>
    </dgm:pt>
    <dgm:pt modelId="{95767F77-5219-4BAE-BEDA-0C38EF268E38}" type="pres">
      <dgm:prSet presAssocID="{B71FC84E-02FE-4AA4-B9E7-2AE66CC28F13}" presName="space" presStyleCnt="0"/>
      <dgm:spPr/>
    </dgm:pt>
    <dgm:pt modelId="{E4E14C4D-31A3-4B60-9508-47DBF432F58A}" type="pres">
      <dgm:prSet presAssocID="{27771DCF-42F3-45F4-9148-25BA2F80EDC7}" presName="compositeB" presStyleCnt="0"/>
      <dgm:spPr/>
    </dgm:pt>
    <dgm:pt modelId="{1D686DF3-DB1D-4C15-96BA-1275C940C637}" type="pres">
      <dgm:prSet presAssocID="{27771DCF-42F3-45F4-9148-25BA2F80EDC7}" presName="text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2EE949D4-06BC-47E9-89E3-21A85CDF225B}" type="pres">
      <dgm:prSet presAssocID="{27771DCF-42F3-45F4-9148-25BA2F80EDC7}" presName="circleB" presStyleLbl="node1" presStyleIdx="1" presStyleCnt="4"/>
      <dgm:spPr>
        <a:solidFill>
          <a:srgbClr val="00B050"/>
        </a:solidFill>
      </dgm:spPr>
    </dgm:pt>
    <dgm:pt modelId="{BCBFAD8E-90C2-484A-94D0-9DEFE88FF3A3}" type="pres">
      <dgm:prSet presAssocID="{27771DCF-42F3-45F4-9148-25BA2F80EDC7}" presName="spaceB" presStyleCnt="0"/>
      <dgm:spPr/>
    </dgm:pt>
    <dgm:pt modelId="{42320957-7AE2-426B-A8C7-9DDBF0A6D38F}" type="pres">
      <dgm:prSet presAssocID="{00EA57D5-169C-43E2-9653-E691B47272F8}" presName="space" presStyleCnt="0"/>
      <dgm:spPr/>
    </dgm:pt>
    <dgm:pt modelId="{43792078-F06F-443A-8E26-5D0F80776BAE}" type="pres">
      <dgm:prSet presAssocID="{A2741046-C147-445C-836F-601C9A9B5B31}" presName="compositeA" presStyleCnt="0"/>
      <dgm:spPr/>
    </dgm:pt>
    <dgm:pt modelId="{E7030B06-E963-4B04-B84D-10295E472AC5}" type="pres">
      <dgm:prSet presAssocID="{A2741046-C147-445C-836F-601C9A9B5B31}" presName="textA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D5794BDF-0354-4D85-87D9-AB090C948BEB}" type="pres">
      <dgm:prSet presAssocID="{A2741046-C147-445C-836F-601C9A9B5B31}" presName="circleA" presStyleLbl="node1" presStyleIdx="2" presStyleCnt="4"/>
      <dgm:spPr>
        <a:solidFill>
          <a:schemeClr val="accent4"/>
        </a:solidFill>
      </dgm:spPr>
    </dgm:pt>
    <dgm:pt modelId="{B0426DA3-D694-4882-AB1B-3FF64A95B355}" type="pres">
      <dgm:prSet presAssocID="{A2741046-C147-445C-836F-601C9A9B5B31}" presName="spaceA" presStyleCnt="0"/>
      <dgm:spPr/>
    </dgm:pt>
    <dgm:pt modelId="{8461D2A8-D8A9-47E8-B055-5CCA038DC60D}" type="pres">
      <dgm:prSet presAssocID="{696D0447-A099-47EE-BEC7-B0A7A66FB2D6}" presName="space" presStyleCnt="0"/>
      <dgm:spPr/>
    </dgm:pt>
    <dgm:pt modelId="{DAB62A3B-859C-4920-95E4-EC481BA761D3}" type="pres">
      <dgm:prSet presAssocID="{CC29CDBC-F249-48B0-86FC-C9F7A116A328}" presName="compositeB" presStyleCnt="0"/>
      <dgm:spPr/>
    </dgm:pt>
    <dgm:pt modelId="{74D9C024-FC10-4B8F-BA83-348F88D96874}" type="pres">
      <dgm:prSet presAssocID="{CC29CDBC-F249-48B0-86FC-C9F7A116A328}" presName="textB" presStyleLbl="revTx" presStyleIdx="3" presStyleCnt="4">
        <dgm:presLayoutVars>
          <dgm:bulletEnabled val="1"/>
        </dgm:presLayoutVars>
      </dgm:prSet>
      <dgm:spPr/>
      <dgm:t>
        <a:bodyPr/>
        <a:lstStyle/>
        <a:p>
          <a:endParaRPr lang="es-MX"/>
        </a:p>
      </dgm:t>
    </dgm:pt>
    <dgm:pt modelId="{E9DF1AEF-D1D9-463B-8116-3F1D981FFD96}" type="pres">
      <dgm:prSet presAssocID="{CC29CDBC-F249-48B0-86FC-C9F7A116A328}" presName="circleB" presStyleLbl="node1" presStyleIdx="3" presStyleCnt="4"/>
      <dgm:spPr>
        <a:solidFill>
          <a:schemeClr val="accent2">
            <a:lumMod val="75000"/>
          </a:schemeClr>
        </a:solidFill>
      </dgm:spPr>
    </dgm:pt>
    <dgm:pt modelId="{1E218951-15DE-4E9B-A41B-45DF7349553E}" type="pres">
      <dgm:prSet presAssocID="{CC29CDBC-F249-48B0-86FC-C9F7A116A328}" presName="spaceB" presStyleCnt="0"/>
      <dgm:spPr/>
    </dgm:pt>
  </dgm:ptLst>
  <dgm:cxnLst>
    <dgm:cxn modelId="{81462182-C919-4A74-BCB3-9BA98BAB4887}" type="presOf" srcId="{2CC2F1EE-3A4D-46E4-A584-78DE00DCC01D}" destId="{05D764B1-F1FB-4728-BEEE-85BEDFF5B954}" srcOrd="0" destOrd="0" presId="urn:microsoft.com/office/officeart/2005/8/layout/hProcess11"/>
    <dgm:cxn modelId="{4E38B781-73FE-440A-9283-C6B49CCAC3A8}" type="presOf" srcId="{CC29CDBC-F249-48B0-86FC-C9F7A116A328}" destId="{74D9C024-FC10-4B8F-BA83-348F88D96874}" srcOrd="0" destOrd="0" presId="urn:microsoft.com/office/officeart/2005/8/layout/hProcess11"/>
    <dgm:cxn modelId="{132D077E-E39E-4818-8D7F-CB5352AC7AC1}" type="presOf" srcId="{27771DCF-42F3-45F4-9148-25BA2F80EDC7}" destId="{1D686DF3-DB1D-4C15-96BA-1275C940C637}" srcOrd="0" destOrd="0" presId="urn:microsoft.com/office/officeart/2005/8/layout/hProcess11"/>
    <dgm:cxn modelId="{434D7D94-498D-4D16-B58F-D146A85038D7}" srcId="{2CC2F1EE-3A4D-46E4-A584-78DE00DCC01D}" destId="{CC29CDBC-F249-48B0-86FC-C9F7A116A328}" srcOrd="3" destOrd="0" parTransId="{30E24248-8871-4B96-B1DF-B4A9B9047E23}" sibTransId="{77CC31AB-BB36-41CE-BA60-D52B0334F891}"/>
    <dgm:cxn modelId="{440EDAD0-407D-497F-8581-3A9FF77FA388}" srcId="{2CC2F1EE-3A4D-46E4-A584-78DE00DCC01D}" destId="{B8D4B590-ADE2-42FE-B028-5BB78899645B}" srcOrd="0" destOrd="0" parTransId="{6EDBB913-F4F9-4B17-8139-E95B9B6133D1}" sibTransId="{B71FC84E-02FE-4AA4-B9E7-2AE66CC28F13}"/>
    <dgm:cxn modelId="{CC183219-E559-47FA-BA48-D0F01F29102C}" srcId="{2CC2F1EE-3A4D-46E4-A584-78DE00DCC01D}" destId="{27771DCF-42F3-45F4-9148-25BA2F80EDC7}" srcOrd="1" destOrd="0" parTransId="{DDA616D7-FFF0-424D-9D7E-DBB79BBE6213}" sibTransId="{00EA57D5-169C-43E2-9653-E691B47272F8}"/>
    <dgm:cxn modelId="{CDC52835-09BC-4578-B919-6F56CF5B5A2C}" srcId="{2CC2F1EE-3A4D-46E4-A584-78DE00DCC01D}" destId="{A2741046-C147-445C-836F-601C9A9B5B31}" srcOrd="2" destOrd="0" parTransId="{B2D33A24-237F-49FB-91B4-E3F40BA05B20}" sibTransId="{696D0447-A099-47EE-BEC7-B0A7A66FB2D6}"/>
    <dgm:cxn modelId="{F8A581F0-1166-4F56-8FFD-66C56EDDC566}" type="presOf" srcId="{A2741046-C147-445C-836F-601C9A9B5B31}" destId="{E7030B06-E963-4B04-B84D-10295E472AC5}" srcOrd="0" destOrd="0" presId="urn:microsoft.com/office/officeart/2005/8/layout/hProcess11"/>
    <dgm:cxn modelId="{293E64EC-2C34-47F3-B66B-B63A8A602E99}" type="presOf" srcId="{B8D4B590-ADE2-42FE-B028-5BB78899645B}" destId="{4E70EAB7-C318-4C5A-A94C-E30007902EEA}" srcOrd="0" destOrd="0" presId="urn:microsoft.com/office/officeart/2005/8/layout/hProcess11"/>
    <dgm:cxn modelId="{C07271AF-1857-4744-8EDE-B071D0C04962}" type="presParOf" srcId="{05D764B1-F1FB-4728-BEEE-85BEDFF5B954}" destId="{0B47E64B-98AE-49E6-8BCB-F8C9A92A5400}" srcOrd="0" destOrd="0" presId="urn:microsoft.com/office/officeart/2005/8/layout/hProcess11"/>
    <dgm:cxn modelId="{D93FCE9F-2EB1-47CE-B43E-22460D057EF4}" type="presParOf" srcId="{05D764B1-F1FB-4728-BEEE-85BEDFF5B954}" destId="{C9F090E0-316E-4E3D-9831-E423FE51D731}" srcOrd="1" destOrd="0" presId="urn:microsoft.com/office/officeart/2005/8/layout/hProcess11"/>
    <dgm:cxn modelId="{291819CF-3850-4096-BDF2-109D85BE00EF}" type="presParOf" srcId="{C9F090E0-316E-4E3D-9831-E423FE51D731}" destId="{E705E2A2-9E2D-4052-9249-2800F410DF3B}" srcOrd="0" destOrd="0" presId="urn:microsoft.com/office/officeart/2005/8/layout/hProcess11"/>
    <dgm:cxn modelId="{C4C79EF4-1638-4E31-B406-A5CA1C62928E}" type="presParOf" srcId="{E705E2A2-9E2D-4052-9249-2800F410DF3B}" destId="{4E70EAB7-C318-4C5A-A94C-E30007902EEA}" srcOrd="0" destOrd="0" presId="urn:microsoft.com/office/officeart/2005/8/layout/hProcess11"/>
    <dgm:cxn modelId="{BC63B3EC-BF20-4B87-928B-B388746C373E}" type="presParOf" srcId="{E705E2A2-9E2D-4052-9249-2800F410DF3B}" destId="{1D2FA5E6-B6C8-4E4F-BDC7-674F5BF168E9}" srcOrd="1" destOrd="0" presId="urn:microsoft.com/office/officeart/2005/8/layout/hProcess11"/>
    <dgm:cxn modelId="{03BACB3E-ED5B-4877-8F8D-9B44420536F5}" type="presParOf" srcId="{E705E2A2-9E2D-4052-9249-2800F410DF3B}" destId="{4AD94781-8E5D-40AD-BC55-61297C3E8A69}" srcOrd="2" destOrd="0" presId="urn:microsoft.com/office/officeart/2005/8/layout/hProcess11"/>
    <dgm:cxn modelId="{C95B8524-72E1-4200-B552-DE4D744DA22E}" type="presParOf" srcId="{C9F090E0-316E-4E3D-9831-E423FE51D731}" destId="{95767F77-5219-4BAE-BEDA-0C38EF268E38}" srcOrd="1" destOrd="0" presId="urn:microsoft.com/office/officeart/2005/8/layout/hProcess11"/>
    <dgm:cxn modelId="{C82E399D-0DBC-4BFA-8414-DA3AAD6AE69E}" type="presParOf" srcId="{C9F090E0-316E-4E3D-9831-E423FE51D731}" destId="{E4E14C4D-31A3-4B60-9508-47DBF432F58A}" srcOrd="2" destOrd="0" presId="urn:microsoft.com/office/officeart/2005/8/layout/hProcess11"/>
    <dgm:cxn modelId="{73449F16-E7AB-4DFC-8C70-4D860A7614E8}" type="presParOf" srcId="{E4E14C4D-31A3-4B60-9508-47DBF432F58A}" destId="{1D686DF3-DB1D-4C15-96BA-1275C940C637}" srcOrd="0" destOrd="0" presId="urn:microsoft.com/office/officeart/2005/8/layout/hProcess11"/>
    <dgm:cxn modelId="{AB726713-97DD-449E-930C-7751FF4D955F}" type="presParOf" srcId="{E4E14C4D-31A3-4B60-9508-47DBF432F58A}" destId="{2EE949D4-06BC-47E9-89E3-21A85CDF225B}" srcOrd="1" destOrd="0" presId="urn:microsoft.com/office/officeart/2005/8/layout/hProcess11"/>
    <dgm:cxn modelId="{41691209-D786-4338-84A1-F7762FDD0B32}" type="presParOf" srcId="{E4E14C4D-31A3-4B60-9508-47DBF432F58A}" destId="{BCBFAD8E-90C2-484A-94D0-9DEFE88FF3A3}" srcOrd="2" destOrd="0" presId="urn:microsoft.com/office/officeart/2005/8/layout/hProcess11"/>
    <dgm:cxn modelId="{401E119B-A210-4756-8629-64D3A0CED534}" type="presParOf" srcId="{C9F090E0-316E-4E3D-9831-E423FE51D731}" destId="{42320957-7AE2-426B-A8C7-9DDBF0A6D38F}" srcOrd="3" destOrd="0" presId="urn:microsoft.com/office/officeart/2005/8/layout/hProcess11"/>
    <dgm:cxn modelId="{DCB88EEA-9E5F-4601-AA0A-FA6FB7721185}" type="presParOf" srcId="{C9F090E0-316E-4E3D-9831-E423FE51D731}" destId="{43792078-F06F-443A-8E26-5D0F80776BAE}" srcOrd="4" destOrd="0" presId="urn:microsoft.com/office/officeart/2005/8/layout/hProcess11"/>
    <dgm:cxn modelId="{D6EA6274-D650-452F-AA99-ED7392A1136C}" type="presParOf" srcId="{43792078-F06F-443A-8E26-5D0F80776BAE}" destId="{E7030B06-E963-4B04-B84D-10295E472AC5}" srcOrd="0" destOrd="0" presId="urn:microsoft.com/office/officeart/2005/8/layout/hProcess11"/>
    <dgm:cxn modelId="{6CB6EC7E-DA68-49E8-B1EA-90B959C86F4B}" type="presParOf" srcId="{43792078-F06F-443A-8E26-5D0F80776BAE}" destId="{D5794BDF-0354-4D85-87D9-AB090C948BEB}" srcOrd="1" destOrd="0" presId="urn:microsoft.com/office/officeart/2005/8/layout/hProcess11"/>
    <dgm:cxn modelId="{A471009C-9616-4D4A-9F86-1476228112A0}" type="presParOf" srcId="{43792078-F06F-443A-8E26-5D0F80776BAE}" destId="{B0426DA3-D694-4882-AB1B-3FF64A95B355}" srcOrd="2" destOrd="0" presId="urn:microsoft.com/office/officeart/2005/8/layout/hProcess11"/>
    <dgm:cxn modelId="{A253A7DA-026D-411E-A1A4-215D1320111F}" type="presParOf" srcId="{C9F090E0-316E-4E3D-9831-E423FE51D731}" destId="{8461D2A8-D8A9-47E8-B055-5CCA038DC60D}" srcOrd="5" destOrd="0" presId="urn:microsoft.com/office/officeart/2005/8/layout/hProcess11"/>
    <dgm:cxn modelId="{8500D43E-AE7B-4604-88D4-1F36979C02AF}" type="presParOf" srcId="{C9F090E0-316E-4E3D-9831-E423FE51D731}" destId="{DAB62A3B-859C-4920-95E4-EC481BA761D3}" srcOrd="6" destOrd="0" presId="urn:microsoft.com/office/officeart/2005/8/layout/hProcess11"/>
    <dgm:cxn modelId="{7D38755C-D697-4EF6-A994-5D44F6F26714}" type="presParOf" srcId="{DAB62A3B-859C-4920-95E4-EC481BA761D3}" destId="{74D9C024-FC10-4B8F-BA83-348F88D96874}" srcOrd="0" destOrd="0" presId="urn:microsoft.com/office/officeart/2005/8/layout/hProcess11"/>
    <dgm:cxn modelId="{1D1BB333-F599-498D-8241-5907F3509EB6}" type="presParOf" srcId="{DAB62A3B-859C-4920-95E4-EC481BA761D3}" destId="{E9DF1AEF-D1D9-463B-8116-3F1D981FFD96}" srcOrd="1" destOrd="0" presId="urn:microsoft.com/office/officeart/2005/8/layout/hProcess11"/>
    <dgm:cxn modelId="{71DA026C-9E8B-4216-A297-E65D1F1FE491}" type="presParOf" srcId="{DAB62A3B-859C-4920-95E4-EC481BA761D3}" destId="{1E218951-15DE-4E9B-A41B-45DF7349553E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6599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674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/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75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2017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0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39592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565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643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34568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220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4603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566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10C8A-86F5-4E21-910C-8BDBE574C86E}" type="datetimeFigureOut">
              <a:rPr lang="es-MX" smtClean="0"/>
              <a:t>27/10/2026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C3546-B45D-49E7-A593-2957CD1AC7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912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2.xml"/><Relationship Id="rId7" Type="http://schemas.openxmlformats.org/officeDocument/2006/relationships/image" Target="../media/image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image" Target="../media/image3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openxmlformats.org/officeDocument/2006/relationships/image" Target="../media/image9.png"/><Relationship Id="rId1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diagramColors" Target="../diagrams/colors3.xml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image" Target="../media/image4.png"/><Relationship Id="rId16" Type="http://schemas.openxmlformats.org/officeDocument/2006/relationships/image" Target="../media/image12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3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19" Type="http://schemas.openxmlformats.org/officeDocument/2006/relationships/image" Target="../media/image15.png"/><Relationship Id="rId4" Type="http://schemas.openxmlformats.org/officeDocument/2006/relationships/diagramData" Target="../diagrams/data3.xml"/><Relationship Id="rId9" Type="http://schemas.openxmlformats.org/officeDocument/2006/relationships/image" Target="../media/image3.pn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microsoft.com/office/2007/relationships/hdphoto" Target="../media/hdphoto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microsoft.com/office/2007/relationships/hdphoto" Target="../media/hdphoto2.wdp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12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3.png"/><Relationship Id="rId7" Type="http://schemas.openxmlformats.org/officeDocument/2006/relationships/image" Target="../media/image1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microsoft.com/office/2007/relationships/hdphoto" Target="../media/hdphoto4.wdp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microsoft.com/office/2007/relationships/hdphoto" Target="../media/hdphoto5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microsoft.com/office/2007/relationships/hdphoto" Target="../media/hdphoto5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microsoft.com/office/2007/relationships/hdphoto" Target="../media/hdphoto5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554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15437318" y="4658790"/>
            <a:ext cx="4309619" cy="4169087"/>
          </a:xfrm>
          <a:prstGeom prst="rect">
            <a:avLst/>
          </a:prstGeom>
        </p:spPr>
      </p:pic>
      <p:graphicFrame>
        <p:nvGraphicFramePr>
          <p:cNvPr id="11" name="Diagrama 10"/>
          <p:cNvGraphicFramePr/>
          <p:nvPr>
            <p:extLst>
              <p:ext uri="{D42A27DB-BD31-4B8C-83A1-F6EECF244321}">
                <p14:modId xmlns:p14="http://schemas.microsoft.com/office/powerpoint/2010/main" val="2208789167"/>
              </p:ext>
            </p:extLst>
          </p:nvPr>
        </p:nvGraphicFramePr>
        <p:xfrm>
          <a:off x="3218355" y="8827877"/>
          <a:ext cx="28747543" cy="61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84562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964224064"/>
              </p:ext>
            </p:extLst>
          </p:nvPr>
        </p:nvGraphicFramePr>
        <p:xfrm>
          <a:off x="3218355" y="8827877"/>
          <a:ext cx="28747543" cy="61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15437318" y="4658790"/>
            <a:ext cx="4309619" cy="4169087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5" r="13170"/>
          <a:stretch/>
        </p:blipFill>
        <p:spPr>
          <a:xfrm>
            <a:off x="11467007" y="15589340"/>
            <a:ext cx="5219700" cy="6125006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208" r="43147" b="12894"/>
          <a:stretch/>
        </p:blipFill>
        <p:spPr>
          <a:xfrm>
            <a:off x="18497545" y="15011400"/>
            <a:ext cx="4595792" cy="6701200"/>
          </a:xfrm>
          <a:prstGeom prst="rect">
            <a:avLst/>
          </a:prstGeom>
        </p:spPr>
      </p:pic>
      <p:cxnSp>
        <p:nvCxnSpPr>
          <p:cNvPr id="9" name="Conector recto 8"/>
          <p:cNvCxnSpPr/>
          <p:nvPr/>
        </p:nvCxnSpPr>
        <p:spPr>
          <a:xfrm flipH="1">
            <a:off x="16686707" y="15011400"/>
            <a:ext cx="1810838" cy="7280887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4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7545" y="16333696"/>
            <a:ext cx="4469336" cy="4636294"/>
          </a:xfrm>
          <a:prstGeom prst="rect">
            <a:avLst/>
          </a:prstGeom>
        </p:spPr>
      </p:pic>
      <p:pic>
        <p:nvPicPr>
          <p:cNvPr id="20" name="Imagen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8" t="2070" r="15217" b="69663"/>
          <a:stretch/>
        </p:blipFill>
        <p:spPr>
          <a:xfrm>
            <a:off x="18648625" y="16624987"/>
            <a:ext cx="2019300" cy="2019301"/>
          </a:xfrm>
          <a:prstGeom prst="rect">
            <a:avLst/>
          </a:prstGeom>
        </p:spPr>
      </p:pic>
      <p:graphicFrame>
        <p:nvGraphicFramePr>
          <p:cNvPr id="4" name="Diagrama 3"/>
          <p:cNvGraphicFramePr/>
          <p:nvPr/>
        </p:nvGraphicFramePr>
        <p:xfrm>
          <a:off x="3218355" y="8827877"/>
          <a:ext cx="28747543" cy="6183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3" name="Imagen 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208" r="43147" b="12894"/>
          <a:stretch/>
        </p:blipFill>
        <p:spPr>
          <a:xfrm>
            <a:off x="15906327" y="3510064"/>
            <a:ext cx="3840610" cy="560005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371" y="16333696"/>
            <a:ext cx="4469336" cy="4636294"/>
          </a:xfrm>
          <a:prstGeom prst="rect">
            <a:avLst/>
          </a:prstGeom>
        </p:spPr>
      </p:pic>
      <p:cxnSp>
        <p:nvCxnSpPr>
          <p:cNvPr id="8" name="Conector recto 7"/>
          <p:cNvCxnSpPr/>
          <p:nvPr/>
        </p:nvCxnSpPr>
        <p:spPr>
          <a:xfrm flipH="1">
            <a:off x="16686707" y="15011400"/>
            <a:ext cx="1810838" cy="7280887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1" t="55331" r="61961" b="21736"/>
          <a:stretch/>
        </p:blipFill>
        <p:spPr>
          <a:xfrm>
            <a:off x="18868293" y="17985266"/>
            <a:ext cx="1866900" cy="1638300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64700" r="77608" b="4900"/>
          <a:stretch/>
        </p:blipFill>
        <p:spPr>
          <a:xfrm>
            <a:off x="17572964" y="17370063"/>
            <a:ext cx="2247900" cy="217170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 b="55918"/>
          <a:stretch/>
        </p:blipFill>
        <p:spPr>
          <a:xfrm>
            <a:off x="20011214" y="16483663"/>
            <a:ext cx="3302794" cy="3149099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39" t="48502" r="17858" b="487"/>
          <a:stretch/>
        </p:blipFill>
        <p:spPr>
          <a:xfrm flipH="1">
            <a:off x="21653544" y="18535475"/>
            <a:ext cx="2340374" cy="3075890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8" t="1912" r="1524" b="69821"/>
          <a:stretch/>
        </p:blipFill>
        <p:spPr>
          <a:xfrm>
            <a:off x="20252416" y="19544348"/>
            <a:ext cx="1638300" cy="2019300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4" t="44562" r="37038" b="41812"/>
          <a:stretch/>
        </p:blipFill>
        <p:spPr>
          <a:xfrm>
            <a:off x="21420978" y="20399868"/>
            <a:ext cx="855406" cy="973395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3" t="81947" r="32992" b="4014"/>
          <a:stretch/>
        </p:blipFill>
        <p:spPr>
          <a:xfrm>
            <a:off x="20013168" y="18393517"/>
            <a:ext cx="1563329" cy="1002890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4" t="35970" r="64237" b="44271"/>
          <a:stretch/>
        </p:blipFill>
        <p:spPr>
          <a:xfrm>
            <a:off x="13605840" y="16986230"/>
            <a:ext cx="1485900" cy="1411514"/>
          </a:xfrm>
          <a:prstGeom prst="rect">
            <a:avLst/>
          </a:prstGeom>
        </p:spPr>
      </p:pic>
      <p:pic>
        <p:nvPicPr>
          <p:cNvPr id="24" name="Imagen 23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39" t="48502" r="17858" b="487"/>
          <a:stretch/>
        </p:blipFill>
        <p:spPr>
          <a:xfrm>
            <a:off x="11295741" y="16040142"/>
            <a:ext cx="2859353" cy="3757970"/>
          </a:xfrm>
          <a:prstGeom prst="rect">
            <a:avLst/>
          </a:prstGeom>
        </p:spPr>
      </p:pic>
      <p:pic>
        <p:nvPicPr>
          <p:cNvPr id="25" name="Imagen 24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 b="55918"/>
          <a:stretch/>
        </p:blipFill>
        <p:spPr>
          <a:xfrm>
            <a:off x="14418388" y="17250198"/>
            <a:ext cx="2250957" cy="214620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39" t="42866" r="48123" b="4334"/>
          <a:stretch/>
        </p:blipFill>
        <p:spPr>
          <a:xfrm rot="1239289">
            <a:off x="15622687" y="15764658"/>
            <a:ext cx="1866900" cy="3771901"/>
          </a:xfrm>
          <a:prstGeom prst="rect">
            <a:avLst/>
          </a:prstGeom>
        </p:spPr>
      </p:pic>
      <p:pic>
        <p:nvPicPr>
          <p:cNvPr id="26" name="Imagen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8" t="2070" r="15217" b="69663"/>
          <a:stretch/>
        </p:blipFill>
        <p:spPr>
          <a:xfrm>
            <a:off x="14234393" y="18133776"/>
            <a:ext cx="1522371" cy="1522372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4" t="44562" r="37038" b="41812"/>
          <a:stretch/>
        </p:blipFill>
        <p:spPr>
          <a:xfrm>
            <a:off x="13302408" y="18323302"/>
            <a:ext cx="1344286" cy="1529708"/>
          </a:xfrm>
          <a:prstGeom prst="rect">
            <a:avLst/>
          </a:prstGeom>
        </p:spPr>
      </p:pic>
      <p:pic>
        <p:nvPicPr>
          <p:cNvPr id="28" name="Imagen 27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1" t="55331" r="61961" b="21736"/>
          <a:stretch/>
        </p:blipFill>
        <p:spPr>
          <a:xfrm flipH="1">
            <a:off x="13687577" y="17810721"/>
            <a:ext cx="1093632" cy="959718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28" t="29164" r="1471" b="2706"/>
          <a:stretch/>
        </p:blipFill>
        <p:spPr>
          <a:xfrm rot="4966539">
            <a:off x="21583209" y="16370932"/>
            <a:ext cx="1386350" cy="4866969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" t="37984" r="78298" b="44950"/>
          <a:stretch/>
        </p:blipFill>
        <p:spPr>
          <a:xfrm>
            <a:off x="19322081" y="18455913"/>
            <a:ext cx="2209800" cy="121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9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ow Deep to Plant Your Sweet Corn - Garden.ec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244" y="583179"/>
            <a:ext cx="9601200" cy="1482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w Deep to Plant Your Sweet Corn - Garden.ec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85" t="62967" r="23615" b="30955"/>
          <a:stretch/>
        </p:blipFill>
        <p:spPr bwMode="auto">
          <a:xfrm>
            <a:off x="11179175" y="9688150"/>
            <a:ext cx="1247977" cy="96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upo 5"/>
          <p:cNvGrpSpPr/>
          <p:nvPr/>
        </p:nvGrpSpPr>
        <p:grpSpPr>
          <a:xfrm>
            <a:off x="18038385" y="4146886"/>
            <a:ext cx="9601200" cy="5541264"/>
            <a:chOff x="11390190" y="21755686"/>
            <a:chExt cx="9601200" cy="5541264"/>
          </a:xfrm>
        </p:grpSpPr>
        <p:pic>
          <p:nvPicPr>
            <p:cNvPr id="7" name="Picture 2" descr="How Deep to Plant Your Sweet Corn - Garden.eco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5" t="60047" r="51796" b="24529"/>
            <a:stretch/>
          </p:blipFill>
          <p:spPr bwMode="auto">
            <a:xfrm>
              <a:off x="13529652" y="25010949"/>
              <a:ext cx="4572000" cy="2286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8" name="Grupo 7"/>
            <p:cNvGrpSpPr/>
            <p:nvPr/>
          </p:nvGrpSpPr>
          <p:grpSpPr>
            <a:xfrm>
              <a:off x="11390190" y="21755686"/>
              <a:ext cx="9601200" cy="5541264"/>
              <a:chOff x="7573579" y="10024793"/>
              <a:chExt cx="9601200" cy="5541264"/>
            </a:xfrm>
          </p:grpSpPr>
          <p:pic>
            <p:nvPicPr>
              <p:cNvPr id="9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44923" b="83676" l="0" r="100000">
                            <a14:backgroundMark x1="33036" y1="52249" x2="33036" y2="52249"/>
                            <a14:backgroundMark x1="33036" y1="50771" x2="33036" y2="5077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44194" b="20022"/>
              <a:stretch/>
            </p:blipFill>
            <p:spPr bwMode="auto">
              <a:xfrm>
                <a:off x="7573579" y="10024793"/>
                <a:ext cx="9601200" cy="5303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4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44923" b="83676" l="0" r="100000">
                            <a14:backgroundMark x1="33036" y1="52249" x2="33036" y2="52249"/>
                            <a14:backgroundMark x1="33036" y1="50771" x2="33036" y2="5077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423" t="44194" r="45670" b="20022"/>
              <a:stretch/>
            </p:blipFill>
            <p:spPr bwMode="auto">
              <a:xfrm>
                <a:off x="11999041" y="10262537"/>
                <a:ext cx="375138" cy="5303520"/>
              </a:xfrm>
              <a:prstGeom prst="rect">
                <a:avLst/>
              </a:prstGeom>
              <a:noFill/>
              <a:effectLst>
                <a:softEdge rad="381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Imagen 10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2374179" y="13957369"/>
                <a:ext cx="825069" cy="825069"/>
              </a:xfrm>
              <a:prstGeom prst="rect">
                <a:avLst/>
              </a:prstGeom>
            </p:spPr>
          </p:pic>
        </p:grpSp>
      </p:grpSp>
      <p:grpSp>
        <p:nvGrpSpPr>
          <p:cNvPr id="12" name="Grupo 11"/>
          <p:cNvGrpSpPr/>
          <p:nvPr/>
        </p:nvGrpSpPr>
        <p:grpSpPr>
          <a:xfrm>
            <a:off x="9102304" y="19650220"/>
            <a:ext cx="19344026" cy="11896580"/>
            <a:chOff x="9102304" y="19650220"/>
            <a:chExt cx="19344026" cy="11896580"/>
          </a:xfrm>
        </p:grpSpPr>
        <p:grpSp>
          <p:nvGrpSpPr>
            <p:cNvPr id="13" name="Grupo 12"/>
            <p:cNvGrpSpPr/>
            <p:nvPr/>
          </p:nvGrpSpPr>
          <p:grpSpPr>
            <a:xfrm>
              <a:off x="23964985" y="19650220"/>
              <a:ext cx="3674600" cy="8932986"/>
              <a:chOff x="22073674" y="18370060"/>
              <a:chExt cx="3674600" cy="8932986"/>
            </a:xfrm>
          </p:grpSpPr>
          <p:sp>
            <p:nvSpPr>
              <p:cNvPr id="25" name="Rectángulo 24"/>
              <p:cNvSpPr/>
              <p:nvPr/>
            </p:nvSpPr>
            <p:spPr>
              <a:xfrm>
                <a:off x="22073674" y="18370060"/>
                <a:ext cx="3674600" cy="4063219"/>
              </a:xfrm>
              <a:prstGeom prst="rect">
                <a:avLst/>
              </a:prstGeom>
              <a:solidFill>
                <a:srgbClr val="F7F6F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grpSp>
            <p:nvGrpSpPr>
              <p:cNvPr id="26" name="Grupo 25"/>
              <p:cNvGrpSpPr/>
              <p:nvPr/>
            </p:nvGrpSpPr>
            <p:grpSpPr>
              <a:xfrm>
                <a:off x="22074554" y="18370061"/>
                <a:ext cx="3672840" cy="8932985"/>
                <a:chOff x="18006646" y="17326707"/>
                <a:chExt cx="3672840" cy="8932985"/>
              </a:xfrm>
            </p:grpSpPr>
            <p:pic>
              <p:nvPicPr>
                <p:cNvPr id="27" name="Picture 2" descr="How Deep to Plant Your Sweet Corn - Garden.e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2463" t="18040" r="50297" b="21688"/>
                <a:stretch/>
              </p:blipFill>
              <p:spPr bwMode="auto">
                <a:xfrm>
                  <a:off x="18103948" y="17326707"/>
                  <a:ext cx="3575538" cy="89329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Picture 2" descr="How Deep to Plant Your Sweet Corn - Garden.e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1025" t="43820" r="10721" b="20585"/>
                <a:stretch/>
              </p:blipFill>
              <p:spPr bwMode="auto">
                <a:xfrm>
                  <a:off x="18006646" y="20984306"/>
                  <a:ext cx="3672840" cy="527538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grpSp>
          <p:nvGrpSpPr>
            <p:cNvPr id="14" name="Grupo 13"/>
            <p:cNvGrpSpPr/>
            <p:nvPr/>
          </p:nvGrpSpPr>
          <p:grpSpPr>
            <a:xfrm>
              <a:off x="9341875" y="19650220"/>
              <a:ext cx="3674600" cy="8932985"/>
              <a:chOff x="15474459" y="18370061"/>
              <a:chExt cx="3674600" cy="8932985"/>
            </a:xfrm>
          </p:grpSpPr>
          <p:grpSp>
            <p:nvGrpSpPr>
              <p:cNvPr id="18" name="Grupo 17"/>
              <p:cNvGrpSpPr/>
              <p:nvPr/>
            </p:nvGrpSpPr>
            <p:grpSpPr>
              <a:xfrm>
                <a:off x="15474459" y="18370061"/>
                <a:ext cx="3674600" cy="8932985"/>
                <a:chOff x="15474459" y="18370061"/>
                <a:chExt cx="3674600" cy="8932985"/>
              </a:xfrm>
            </p:grpSpPr>
            <p:sp>
              <p:nvSpPr>
                <p:cNvPr id="20" name="Rectángulo 19"/>
                <p:cNvSpPr/>
                <p:nvPr/>
              </p:nvSpPr>
              <p:spPr>
                <a:xfrm>
                  <a:off x="15474459" y="18370061"/>
                  <a:ext cx="3674600" cy="4063219"/>
                </a:xfrm>
                <a:prstGeom prst="rect">
                  <a:avLst/>
                </a:prstGeom>
                <a:solidFill>
                  <a:srgbClr val="F7F6F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MX"/>
                </a:p>
              </p:txBody>
            </p:sp>
            <p:grpSp>
              <p:nvGrpSpPr>
                <p:cNvPr id="21" name="Grupo 20"/>
                <p:cNvGrpSpPr/>
                <p:nvPr/>
              </p:nvGrpSpPr>
              <p:grpSpPr>
                <a:xfrm>
                  <a:off x="15474461" y="21992970"/>
                  <a:ext cx="3674598" cy="5310076"/>
                  <a:chOff x="15474461" y="21992970"/>
                  <a:chExt cx="3674598" cy="5310076"/>
                </a:xfrm>
              </p:grpSpPr>
              <p:pic>
                <p:nvPicPr>
                  <p:cNvPr id="22" name="Imagen 21"/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0678" r="34505"/>
                  <a:stretch/>
                </p:blipFill>
                <p:spPr>
                  <a:xfrm flipH="1">
                    <a:off x="18686579" y="21992971"/>
                    <a:ext cx="462480" cy="5310075"/>
                  </a:xfrm>
                  <a:prstGeom prst="rect">
                    <a:avLst/>
                  </a:prstGeom>
                </p:spPr>
              </p:pic>
              <p:pic>
                <p:nvPicPr>
                  <p:cNvPr id="23" name="Imagen 22"/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6681" r="34506"/>
                  <a:stretch/>
                </p:blipFill>
                <p:spPr>
                  <a:xfrm>
                    <a:off x="15919937" y="21992970"/>
                    <a:ext cx="2766647" cy="5310076"/>
                  </a:xfrm>
                  <a:prstGeom prst="rect">
                    <a:avLst/>
                  </a:prstGeom>
                </p:spPr>
              </p:pic>
              <p:pic>
                <p:nvPicPr>
                  <p:cNvPr id="24" name="Imagen 23"/>
                  <p:cNvPicPr>
                    <a:picLocks noChangeAspect="1"/>
                  </p:cNvPicPr>
                  <p:nvPr/>
                </p:nvPicPr>
                <p:blipFill rotWithShape="1"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6681" r="58680"/>
                  <a:stretch/>
                </p:blipFill>
                <p:spPr>
                  <a:xfrm flipH="1">
                    <a:off x="15474461" y="21992970"/>
                    <a:ext cx="445474" cy="5310076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9" name="Imagen 18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6811297" y="24810962"/>
                <a:ext cx="825069" cy="825069"/>
              </a:xfrm>
              <a:prstGeom prst="rect">
                <a:avLst/>
              </a:prstGeom>
            </p:spPr>
          </p:pic>
        </p:grpSp>
        <p:cxnSp>
          <p:nvCxnSpPr>
            <p:cNvPr id="15" name="Conector recto de flecha 14"/>
            <p:cNvCxnSpPr/>
            <p:nvPr/>
          </p:nvCxnSpPr>
          <p:spPr>
            <a:xfrm>
              <a:off x="9341875" y="31546800"/>
              <a:ext cx="18638765" cy="0"/>
            </a:xfrm>
            <a:prstGeom prst="straightConnector1">
              <a:avLst/>
            </a:prstGeom>
            <a:ln w="190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CuadroTexto 15"/>
            <p:cNvSpPr txBox="1"/>
            <p:nvPr/>
          </p:nvSpPr>
          <p:spPr>
            <a:xfrm>
              <a:off x="9102304" y="29264576"/>
              <a:ext cx="3977885" cy="113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latin typeface="Segoe UI Variable Text Semiligh" pitchFamily="2" charset="0"/>
                  <a:ea typeface="Cascadia Code" panose="020B0609020000020004" pitchFamily="49" charset="0"/>
                  <a:cs typeface="Cascadia Code" panose="020B0609020000020004" pitchFamily="49" charset="0"/>
                </a:defRPr>
              </a:lvl1pPr>
            </a:lstStyle>
            <a:p>
              <a:r>
                <a:rPr lang="es-MX" dirty="0"/>
                <a:t>Siembra</a:t>
              </a:r>
            </a:p>
          </p:txBody>
        </p:sp>
        <p:sp>
          <p:nvSpPr>
            <p:cNvPr id="17" name="CuadroTexto 16"/>
            <p:cNvSpPr txBox="1"/>
            <p:nvPr/>
          </p:nvSpPr>
          <p:spPr>
            <a:xfrm>
              <a:off x="23158240" y="29264577"/>
              <a:ext cx="5288090" cy="11392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b="1" dirty="0" smtClean="0">
                  <a:latin typeface="Segoe UI Variable Text Semiligh" pitchFamily="2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Emergencia</a:t>
              </a:r>
              <a:endParaRPr lang="es-MX" b="1" dirty="0">
                <a:latin typeface="Segoe UI Variable Text Semiligh" pitchFamily="2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786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/>
          <p:cNvGrpSpPr/>
          <p:nvPr/>
        </p:nvGrpSpPr>
        <p:grpSpPr>
          <a:xfrm>
            <a:off x="6654800" y="15513669"/>
            <a:ext cx="21201380" cy="7235872"/>
            <a:chOff x="6654800" y="15513669"/>
            <a:chExt cx="21201380" cy="7235872"/>
          </a:xfrm>
        </p:grpSpPr>
        <p:sp>
          <p:nvSpPr>
            <p:cNvPr id="4" name="Rectángulo 3"/>
            <p:cNvSpPr/>
            <p:nvPr/>
          </p:nvSpPr>
          <p:spPr>
            <a:xfrm>
              <a:off x="6654800" y="16865600"/>
              <a:ext cx="15748000" cy="1473200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" name="Rectángulo 4"/>
            <p:cNvSpPr/>
            <p:nvPr/>
          </p:nvSpPr>
          <p:spPr>
            <a:xfrm>
              <a:off x="16324580" y="19354801"/>
              <a:ext cx="11531600" cy="1473200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cxnSp>
          <p:nvCxnSpPr>
            <p:cNvPr id="9" name="Conector recto de flecha 8"/>
            <p:cNvCxnSpPr/>
            <p:nvPr/>
          </p:nvCxnSpPr>
          <p:spPr>
            <a:xfrm>
              <a:off x="18639692" y="16083281"/>
              <a:ext cx="9147908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de flecha 9"/>
            <p:cNvCxnSpPr/>
            <p:nvPr/>
          </p:nvCxnSpPr>
          <p:spPr>
            <a:xfrm flipH="1" flipV="1">
              <a:off x="6654800" y="16083281"/>
              <a:ext cx="9147600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de flecha 14"/>
            <p:cNvCxnSpPr/>
            <p:nvPr/>
          </p:nvCxnSpPr>
          <p:spPr>
            <a:xfrm>
              <a:off x="20606610" y="22179930"/>
              <a:ext cx="1800000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de flecha 15"/>
            <p:cNvCxnSpPr/>
            <p:nvPr/>
          </p:nvCxnSpPr>
          <p:spPr>
            <a:xfrm flipH="1">
              <a:off x="16323183" y="22179929"/>
              <a:ext cx="1803937" cy="0"/>
            </a:xfrm>
            <a:prstGeom prst="straightConnector1">
              <a:avLst/>
            </a:prstGeom>
            <a:ln w="1270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CuadroTexto 21"/>
                <p:cNvSpPr txBox="1"/>
                <p:nvPr/>
              </p:nvSpPr>
              <p:spPr>
                <a:xfrm>
                  <a:off x="15661877" y="15513669"/>
                  <a:ext cx="3118339" cy="1139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s-MX" dirty="0"/>
                </a:p>
              </p:txBody>
            </p:sp>
          </mc:Choice>
          <mc:Fallback>
            <p:sp>
              <p:nvSpPr>
                <p:cNvPr id="22" name="CuadroTexto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61877" y="15513669"/>
                  <a:ext cx="3118339" cy="1139223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MX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CuadroTexto 22"/>
                <p:cNvSpPr txBox="1"/>
                <p:nvPr/>
              </p:nvSpPr>
              <p:spPr>
                <a:xfrm>
                  <a:off x="17770231" y="21610318"/>
                  <a:ext cx="3118339" cy="1139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s-MX" dirty="0"/>
                </a:p>
              </p:txBody>
            </p:sp>
          </mc:Choice>
          <mc:Fallback>
            <p:sp>
              <p:nvSpPr>
                <p:cNvPr id="23" name="CuadroTexto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70231" y="21610318"/>
                  <a:ext cx="3118339" cy="1139223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MX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Conector recto 24"/>
            <p:cNvCxnSpPr/>
            <p:nvPr/>
          </p:nvCxnSpPr>
          <p:spPr>
            <a:xfrm flipV="1">
              <a:off x="16323183" y="16865599"/>
              <a:ext cx="0" cy="3962400"/>
            </a:xfrm>
            <a:prstGeom prst="line">
              <a:avLst/>
            </a:prstGeom>
            <a:ln w="571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/>
            <p:cNvCxnSpPr/>
            <p:nvPr/>
          </p:nvCxnSpPr>
          <p:spPr>
            <a:xfrm flipV="1">
              <a:off x="22402800" y="16865599"/>
              <a:ext cx="0" cy="3962400"/>
            </a:xfrm>
            <a:prstGeom prst="line">
              <a:avLst/>
            </a:prstGeom>
            <a:ln w="57150">
              <a:solidFill>
                <a:schemeClr val="bg2">
                  <a:lumMod val="50000"/>
                </a:scheme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/>
            <p:cNvCxnSpPr/>
            <p:nvPr/>
          </p:nvCxnSpPr>
          <p:spPr>
            <a:xfrm flipH="1">
              <a:off x="16346333" y="21881225"/>
              <a:ext cx="0" cy="597408"/>
            </a:xfrm>
            <a:prstGeom prst="line">
              <a:avLst/>
            </a:prstGeom>
            <a:ln w="1270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/>
            <p:cNvCxnSpPr/>
            <p:nvPr/>
          </p:nvCxnSpPr>
          <p:spPr>
            <a:xfrm flipH="1">
              <a:off x="22407609" y="21881225"/>
              <a:ext cx="0" cy="597408"/>
            </a:xfrm>
            <a:prstGeom prst="line">
              <a:avLst/>
            </a:prstGeom>
            <a:ln w="1270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ector recto 32"/>
            <p:cNvCxnSpPr/>
            <p:nvPr/>
          </p:nvCxnSpPr>
          <p:spPr>
            <a:xfrm flipH="1">
              <a:off x="27856180" y="15784576"/>
              <a:ext cx="0" cy="597408"/>
            </a:xfrm>
            <a:prstGeom prst="line">
              <a:avLst/>
            </a:prstGeom>
            <a:ln w="1270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33"/>
            <p:cNvCxnSpPr/>
            <p:nvPr/>
          </p:nvCxnSpPr>
          <p:spPr>
            <a:xfrm flipH="1">
              <a:off x="6654800" y="15784576"/>
              <a:ext cx="0" cy="597408"/>
            </a:xfrm>
            <a:prstGeom prst="line">
              <a:avLst/>
            </a:prstGeom>
            <a:ln w="127000" cap="rnd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CuadroTexto 34"/>
                <p:cNvSpPr txBox="1"/>
                <p:nvPr/>
              </p:nvSpPr>
              <p:spPr>
                <a:xfrm>
                  <a:off x="12969630" y="17032588"/>
                  <a:ext cx="3118339" cy="1139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s-MX" dirty="0"/>
                </a:p>
              </p:txBody>
            </p:sp>
          </mc:Choice>
          <mc:Fallback>
            <p:sp>
              <p:nvSpPr>
                <p:cNvPr id="35" name="CuadroTexto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69630" y="17032588"/>
                  <a:ext cx="3118339" cy="1139223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MX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CuadroTexto 35"/>
                <p:cNvSpPr txBox="1"/>
                <p:nvPr/>
              </p:nvSpPr>
              <p:spPr>
                <a:xfrm>
                  <a:off x="20531210" y="19521789"/>
                  <a:ext cx="3118339" cy="11392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MX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s-MX" dirty="0"/>
                </a:p>
              </p:txBody>
            </p:sp>
          </mc:Choice>
          <mc:Fallback>
            <p:sp>
              <p:nvSpPr>
                <p:cNvPr id="36" name="CuadroTexto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31210" y="19521789"/>
                  <a:ext cx="3118339" cy="1139223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MX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5680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/>
          <p:cNvGrpSpPr/>
          <p:nvPr/>
        </p:nvGrpSpPr>
        <p:grpSpPr>
          <a:xfrm>
            <a:off x="6208463" y="20422538"/>
            <a:ext cx="9601200" cy="5309616"/>
            <a:chOff x="11179175" y="21993430"/>
            <a:chExt cx="9601200" cy="5309616"/>
          </a:xfrm>
        </p:grpSpPr>
        <p:pic>
          <p:nvPicPr>
            <p:cNvPr id="5" name="Picture 2" descr="How Deep to Plant Your Sweet Corn - Garden.eco"/>
            <p:cNvPicPr>
              <a:picLocks noChangeAspect="1" noChangeArrowheads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13529652" y="25010949"/>
              <a:ext cx="4572000" cy="2286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upo 5"/>
            <p:cNvGrpSpPr/>
            <p:nvPr/>
          </p:nvGrpSpPr>
          <p:grpSpPr>
            <a:xfrm>
              <a:off x="11179175" y="21993430"/>
              <a:ext cx="9601200" cy="5309616"/>
              <a:chOff x="7362564" y="10262537"/>
              <a:chExt cx="9601200" cy="5309616"/>
            </a:xfrm>
          </p:grpSpPr>
          <p:pic>
            <p:nvPicPr>
              <p:cNvPr id="7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44923" b="83676" l="0" r="100000">
                            <a14:backgroundMark x1="33036" y1="52249" x2="33036" y2="52249"/>
                            <a14:backgroundMark x1="33036" y1="50771" x2="33036" y2="50771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44194" b="20022"/>
              <a:stretch/>
            </p:blipFill>
            <p:spPr bwMode="auto">
              <a:xfrm>
                <a:off x="7362564" y="10268633"/>
                <a:ext cx="9601200" cy="5303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 descr="How Deep to Plant Your Sweet Corn - Garden.eco"/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clrChange>
                  <a:clrFrom>
                    <a:srgbClr val="C4C48C"/>
                  </a:clrFrom>
                  <a:clrTo>
                    <a:srgbClr val="C4C48C">
                      <a:alpha val="0"/>
                    </a:srgbClr>
                  </a:clrTo>
                </a:clrChang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978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11999041" y="10262537"/>
                <a:ext cx="375138" cy="5303520"/>
              </a:xfrm>
              <a:prstGeom prst="rect">
                <a:avLst/>
              </a:prstGeom>
              <a:noFill/>
              <a:effectLst>
                <a:softEdge rad="3810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Imagen 8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1748285" y="13057632"/>
                <a:ext cx="825069" cy="82506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878947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2291859" y="9366401"/>
            <a:ext cx="7007594" cy="7147575"/>
            <a:chOff x="2291859" y="9366401"/>
            <a:chExt cx="7007594" cy="7147575"/>
          </a:xfrm>
        </p:grpSpPr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7426" y="9366401"/>
              <a:ext cx="5462027" cy="7147575"/>
            </a:xfrm>
            <a:prstGeom prst="rect">
              <a:avLst/>
            </a:prstGeom>
            <a:ln>
              <a:noFill/>
            </a:ln>
          </p:spPr>
        </p:pic>
        <p:pic>
          <p:nvPicPr>
            <p:cNvPr id="5" name="Imagen 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99"/>
            <a:stretch/>
          </p:blipFill>
          <p:spPr>
            <a:xfrm>
              <a:off x="2291859" y="11488616"/>
              <a:ext cx="3325593" cy="48248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836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/>
        </p:nvGraphicFramePr>
        <p:xfrm>
          <a:off x="3218357" y="8827877"/>
          <a:ext cx="30290956" cy="16298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16218176" y="7874944"/>
            <a:ext cx="4309619" cy="416908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8" t="24706" r="19608" b="26079"/>
          <a:stretch/>
        </p:blipFill>
        <p:spPr>
          <a:xfrm>
            <a:off x="14730774" y="21846606"/>
            <a:ext cx="7266127" cy="5979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86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39" t="42866" r="48123" b="4334"/>
          <a:stretch/>
        </p:blipFill>
        <p:spPr>
          <a:xfrm>
            <a:off x="8211968" y="12289063"/>
            <a:ext cx="1866900" cy="377190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1" t="55331" r="61961" b="21736"/>
          <a:stretch/>
        </p:blipFill>
        <p:spPr>
          <a:xfrm>
            <a:off x="13093854" y="16611996"/>
            <a:ext cx="1866900" cy="163830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64700" r="77608" b="4900"/>
          <a:stretch/>
        </p:blipFill>
        <p:spPr>
          <a:xfrm>
            <a:off x="6554618" y="13721538"/>
            <a:ext cx="2247900" cy="217170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" t="37984" r="78298" b="44950"/>
          <a:stretch/>
        </p:blipFill>
        <p:spPr>
          <a:xfrm>
            <a:off x="4903221" y="14398464"/>
            <a:ext cx="2209800" cy="121920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03" b="55918"/>
          <a:stretch/>
        </p:blipFill>
        <p:spPr>
          <a:xfrm>
            <a:off x="3810227" y="19297567"/>
            <a:ext cx="3302794" cy="314909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28" t="29164" r="1471" b="2706"/>
          <a:stretch/>
        </p:blipFill>
        <p:spPr>
          <a:xfrm>
            <a:off x="13743704" y="13419614"/>
            <a:ext cx="1386350" cy="4866969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39" t="48502" r="17858" b="487"/>
          <a:stretch/>
        </p:blipFill>
        <p:spPr>
          <a:xfrm>
            <a:off x="6819666" y="16284414"/>
            <a:ext cx="2772697" cy="364408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64" t="44562" r="37038" b="41812"/>
          <a:stretch/>
        </p:blipFill>
        <p:spPr>
          <a:xfrm>
            <a:off x="10396150" y="21490857"/>
            <a:ext cx="855406" cy="97339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38" t="2070" r="15217" b="69663"/>
          <a:stretch/>
        </p:blipFill>
        <p:spPr>
          <a:xfrm>
            <a:off x="8402468" y="10889687"/>
            <a:ext cx="2019300" cy="2019301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48" t="1912" r="1524" b="69821"/>
          <a:stretch/>
        </p:blipFill>
        <p:spPr>
          <a:xfrm>
            <a:off x="14310904" y="16421496"/>
            <a:ext cx="1638300" cy="2019300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3" t="81947" r="32992" b="4014"/>
          <a:stretch/>
        </p:blipFill>
        <p:spPr>
          <a:xfrm>
            <a:off x="9614486" y="19172912"/>
            <a:ext cx="1563329" cy="1002890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44" t="35970" r="64237" b="44271"/>
          <a:stretch/>
        </p:blipFill>
        <p:spPr>
          <a:xfrm>
            <a:off x="15544800" y="25182286"/>
            <a:ext cx="1485900" cy="141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457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mg.freepik.com/premium-photo/tea-leaves-white-background_62856-80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473480" y="7294979"/>
            <a:ext cx="596265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loud computing icon design. isolated on blue background. | Premium Vect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42052" y="2631540"/>
            <a:ext cx="3577590" cy="3577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ttps://img.freepik.com/premium-photo/tea-leaves-white-background_62856-809.jpg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620" b="100000" l="5272" r="95527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183162" y="7294979"/>
            <a:ext cx="5962650" cy="425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inary data - Free computer icon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18" r="11226"/>
          <a:stretch/>
        </p:blipFill>
        <p:spPr bwMode="auto">
          <a:xfrm>
            <a:off x="20147382" y="7731511"/>
            <a:ext cx="2763718" cy="2805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234" t="15615" r="16359" b="18209"/>
          <a:stretch/>
        </p:blipFill>
        <p:spPr>
          <a:xfrm>
            <a:off x="20009677" y="19617142"/>
            <a:ext cx="4309619" cy="416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91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020" y="12794349"/>
            <a:ext cx="16190512" cy="1100954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7"/>
          <a:stretch/>
        </p:blipFill>
        <p:spPr>
          <a:xfrm>
            <a:off x="8760543" y="17778956"/>
            <a:ext cx="6288048" cy="5444401"/>
          </a:xfrm>
          <a:prstGeom prst="rect">
            <a:avLst/>
          </a:prstGeom>
        </p:spPr>
      </p:pic>
      <p:pic>
        <p:nvPicPr>
          <p:cNvPr id="1036" name="Picture 12" descr="ESTÁN LISTAS LAS PIÑAS DEL MAGUEY PARA HACER MEZCAL La madurez del maguey  llegó con la primavera, por lo que ya es momento de hacer &quot;piñas de  maguey&quot;. En JALPA, Zacatecas, y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48">
            <a:off x="12759133" y="19920834"/>
            <a:ext cx="3694519" cy="3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77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7"/>
          <a:stretch/>
        </p:blipFill>
        <p:spPr>
          <a:xfrm>
            <a:off x="4862311" y="14987629"/>
            <a:ext cx="6288048" cy="5444401"/>
          </a:xfrm>
          <a:prstGeom prst="rect">
            <a:avLst/>
          </a:prstGeom>
        </p:spPr>
      </p:pic>
      <p:pic>
        <p:nvPicPr>
          <p:cNvPr id="5" name="Picture 12" descr="ESTÁN LISTAS LAS PIÑAS DEL MAGUEY PARA HACER MEZCAL La madurez del maguey  llegó con la primavera, por lo que ya es momento de hacer &quot;piñas de  maguey&quot;. En JALPA, Zacatecas, y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48">
            <a:off x="19785574" y="16548967"/>
            <a:ext cx="3694519" cy="3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84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17"/>
          <a:stretch/>
        </p:blipFill>
        <p:spPr>
          <a:xfrm>
            <a:off x="10108080" y="14265734"/>
            <a:ext cx="6288048" cy="5444401"/>
          </a:xfrm>
          <a:prstGeom prst="rect">
            <a:avLst/>
          </a:prstGeom>
        </p:spPr>
      </p:pic>
      <p:pic>
        <p:nvPicPr>
          <p:cNvPr id="5" name="Picture 12" descr="ESTÁN LISTAS LAS PIÑAS DEL MAGUEY PARA HACER MEZCAL La madurez del maguey  llegó con la primavera, por lo que ya es momento de hacer &quot;piñas de  maguey&quot;. En JALPA, Zacatecas, y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06248">
            <a:off x="9353649" y="16360227"/>
            <a:ext cx="3694519" cy="367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722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62257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</p:spTree>
    <p:extLst>
      <p:ext uri="{BB962C8B-B14F-4D97-AF65-F5344CB8AC3E}">
        <p14:creationId xmlns:p14="http://schemas.microsoft.com/office/powerpoint/2010/main" val="2187384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480038" y="15561468"/>
            <a:ext cx="4312920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l medir      12 – 17 pulgadas. </a:t>
            </a:r>
          </a:p>
        </p:txBody>
      </p:sp>
    </p:spTree>
    <p:extLst>
      <p:ext uri="{BB962C8B-B14F-4D97-AF65-F5344CB8AC3E}">
        <p14:creationId xmlns:p14="http://schemas.microsoft.com/office/powerpoint/2010/main" val="675361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480038" y="15561468"/>
            <a:ext cx="4312920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l medir      12 – 17 pulgadas. 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10364274" y="18775356"/>
            <a:ext cx="4440484" cy="218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Impacto de aclimatarse. </a:t>
            </a:r>
          </a:p>
        </p:txBody>
      </p:sp>
    </p:spTree>
    <p:extLst>
      <p:ext uri="{BB962C8B-B14F-4D97-AF65-F5344CB8AC3E}">
        <p14:creationId xmlns:p14="http://schemas.microsoft.com/office/powerpoint/2010/main" val="303611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0038" y="15561469"/>
            <a:ext cx="4260938" cy="5400000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167" y="15561469"/>
            <a:ext cx="4050000" cy="54000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9848" y="15561469"/>
            <a:ext cx="7200000" cy="5400000"/>
          </a:xfrm>
          <a:prstGeom prst="rect">
            <a:avLst/>
          </a:prstGeom>
        </p:spPr>
      </p:pic>
      <p:cxnSp>
        <p:nvCxnSpPr>
          <p:cNvPr id="8" name="Conector recto de flecha 7"/>
          <p:cNvCxnSpPr/>
          <p:nvPr/>
        </p:nvCxnSpPr>
        <p:spPr>
          <a:xfrm>
            <a:off x="4206240" y="22372320"/>
            <a:ext cx="20223608" cy="0"/>
          </a:xfrm>
          <a:prstGeom prst="straightConnector1">
            <a:avLst/>
          </a:prstGeom>
          <a:ln w="196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/>
          <p:cNvSpPr txBox="1"/>
          <p:nvPr/>
        </p:nvSpPr>
        <p:spPr>
          <a:xfrm>
            <a:off x="3809707" y="20961469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Vivero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10428056" y="20961468"/>
            <a:ext cx="43129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MX"/>
            </a:defPPr>
            <a:lvl1pPr algn="ctr">
              <a:defRPr>
                <a:latin typeface="Dubai" panose="020B0503030403030204" pitchFamily="34" charset="-78"/>
                <a:cs typeface="Dubai" panose="020B0503030403030204" pitchFamily="34" charset="-78"/>
              </a:defRPr>
            </a:lvl1pPr>
          </a:lstStyle>
          <a:p>
            <a:r>
              <a:rPr lang="es-MX" dirty="0"/>
              <a:t>Trasplante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7703454" y="20961469"/>
            <a:ext cx="6252788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Establecimiento</a:t>
            </a:r>
          </a:p>
        </p:txBody>
      </p:sp>
      <p:sp>
        <p:nvSpPr>
          <p:cNvPr id="12" name="CuadroTexto 11"/>
          <p:cNvSpPr txBox="1"/>
          <p:nvPr/>
        </p:nvSpPr>
        <p:spPr>
          <a:xfrm>
            <a:off x="11818684" y="22820010"/>
            <a:ext cx="4998720" cy="11392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8 – 14 años</a:t>
            </a:r>
            <a:endParaRPr lang="es-MX" dirty="0">
              <a:latin typeface="Dubai" panose="020B0503030403030204" pitchFamily="34" charset="-78"/>
              <a:cs typeface="Dubai" panose="020B0503030403030204" pitchFamily="34" charset="-78"/>
            </a:endParaRPr>
          </a:p>
        </p:txBody>
      </p:sp>
      <p:sp>
        <p:nvSpPr>
          <p:cNvPr id="13" name="CuadroTexto 12"/>
          <p:cNvSpPr txBox="1"/>
          <p:nvPr/>
        </p:nvSpPr>
        <p:spPr>
          <a:xfrm>
            <a:off x="3809707" y="16233890"/>
            <a:ext cx="4312920" cy="4279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colectan al medir      7 – 11 pulgadas.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10480038" y="15561468"/>
            <a:ext cx="4312920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latin typeface="Dubai" panose="020B0503030403030204" pitchFamily="34" charset="-78"/>
                <a:cs typeface="Dubai" panose="020B0503030403030204" pitchFamily="34" charset="-78"/>
              </a:rPr>
              <a:t>A</a:t>
            </a:r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l medir      12 – 17 pulgadas. 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10364274" y="18775356"/>
            <a:ext cx="4440484" cy="2186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Impacto de aclimatarse. 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8132221" y="16757334"/>
            <a:ext cx="5395254" cy="323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 smtClean="0">
                <a:latin typeface="Dubai" panose="020B0503030403030204" pitchFamily="34" charset="-78"/>
                <a:cs typeface="Dubai" panose="020B0503030403030204" pitchFamily="34" charset="-78"/>
              </a:rPr>
              <a:t>Se cosechan previo al florecimiento.</a:t>
            </a:r>
          </a:p>
        </p:txBody>
      </p:sp>
    </p:spTree>
    <p:extLst>
      <p:ext uri="{BB962C8B-B14F-4D97-AF65-F5344CB8AC3E}">
        <p14:creationId xmlns:p14="http://schemas.microsoft.com/office/powerpoint/2010/main" val="31614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4206</TotalTime>
  <Words>132</Words>
  <Application>Microsoft Office PowerPoint</Application>
  <PresentationFormat>Personalizado</PresentationFormat>
  <Paragraphs>52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Cascadia Code</vt:lpstr>
      <vt:lpstr>Dubai</vt:lpstr>
      <vt:lpstr>Segoe UI Variable Text Semiligh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Cuenta Microsoft</dc:creator>
  <cp:lastModifiedBy>Cuenta Microsoft</cp:lastModifiedBy>
  <cp:revision>41</cp:revision>
  <dcterms:created xsi:type="dcterms:W3CDTF">2025-10-03T14:21:33Z</dcterms:created>
  <dcterms:modified xsi:type="dcterms:W3CDTF">2026-10-27T16:48:48Z</dcterms:modified>
</cp:coreProperties>
</file>